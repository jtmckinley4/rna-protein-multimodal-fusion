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973df2838e104121" Type="http://schemas.openxmlformats.org/officeDocument/2006/relationships/officeDocument" Target="ppt/presentation.xml"/><Relationship Id="Rd937c4f8d3c346d5" Type="http://schemas.openxmlformats.org/officeDocument/2006/relationships/extended-properties" Target="docProps/app.xml"/><Relationship Id="Rec0bff5dd90b45a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38b75706f493e"/>
  </p:sldMasterIdLst>
  <p:notesMasterIdLst>
    <p:notesMasterId xmlns:r="http://schemas.openxmlformats.org/officeDocument/2006/relationships" r:id="R32e8536ebd5844f2"/>
  </p:notesMasterIdLst>
  <p:sldIdLst>
    <p:sldId xmlns:r="http://schemas.openxmlformats.org/officeDocument/2006/relationships" id="256" r:id="R31cdde5dac1d4adf"/>
    <p:sldId xmlns:r="http://schemas.openxmlformats.org/officeDocument/2006/relationships" id="257" r:id="R9d5ad6c125424019"/>
    <p:sldId xmlns:r="http://schemas.openxmlformats.org/officeDocument/2006/relationships" id="258" r:id="R2f07565cddd544b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c45d6c52b5e477a" Type="http://schemas.openxmlformats.org/officeDocument/2006/relationships/tableStyles" Target="tableStyles.xml"/><Relationship Id="R2cbfae302eed4cc7" Type="http://schemas.openxmlformats.org/officeDocument/2006/relationships/theme" Target="theme/theme1.xml"/><Relationship Id="R2f07565cddd544be" Type="http://schemas.openxmlformats.org/officeDocument/2006/relationships/slide" Target="slides/slide3.xml"/><Relationship Id="R31cdde5dac1d4adf" Type="http://schemas.openxmlformats.org/officeDocument/2006/relationships/slide" Target="slides/slide1.xml"/><Relationship Id="R32e8536ebd5844f2" Type="http://schemas.openxmlformats.org/officeDocument/2006/relationships/notesMaster" Target="notesMasters/notesMaster1.xml"/><Relationship Id="R9d5ad6c125424019" Type="http://schemas.openxmlformats.org/officeDocument/2006/relationships/slide" Target="slides/slide2.xml"/><Relationship Id="Ra9f48024d7c14e7c" Type="http://schemas.openxmlformats.org/officeDocument/2006/relationships/presProps" Target="presProps.xml"/><Relationship Id="Rc86f4db93065457a" Type="http://schemas.openxmlformats.org/officeDocument/2006/relationships/viewProps" Target="viewProps.xml"/><Relationship Id="Rcfa38b75706f493e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994cc7e7a527464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165bbb066014e37" Type="http://schemas.openxmlformats.org/officeDocument/2006/relationships/notesMaster" Target="../notesMasters/notesMaster1.xml"/><Relationship Id="Rb54eec95c8b442d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7d45a98b8424a28" Type="http://schemas.openxmlformats.org/officeDocument/2006/relationships/notesMaster" Target="../notesMasters/notesMaster1.xml"/><Relationship Id="R99d574f9237f463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fb5fe6fea5749d6" Type="http://schemas.openxmlformats.org/officeDocument/2006/relationships/notesMaster" Target="../notesMasters/notesMaster1.xml"/><Relationship Id="Ra9487a36515d42a1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Biological Foundation Models | Research Project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Initial six-paper review</a:t>
            </a:r>
          </a:p>
          <a:p xmlns:a="http://schemas.openxmlformats.org/drawingml/2006/main">
            <a:r>
              <a:t>2026-09-07 to 2026-09-21; Complete.</a:t>
            </a:r>
          </a:p>
          <a:p xmlns:a="http://schemas.openxmlformats.org/drawingml/2006/main">
            <a:r>
              <a:t>Expected outcome: Complete the initial six-paper review and retain paper notes for continued interpretation and discussion.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5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5 review and working alignment definition</a:t>
            </a:r>
          </a:p>
          <a:p xmlns:a="http://schemas.openxmlformats.org/drawingml/2006/main">
            <a:r>
              <a:t>2026-10-05 to 2026-10-05;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2 | Experiments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writing and coordination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Research coordination and decision review</a:t>
            </a:r>
          </a:p>
          <a:p xmlns:a="http://schemas.openxmlformats.org/drawingml/2006/main">
            <a:r>
              <a:t>2026-09-14 to 2027-03-31; In progress.</a:t>
            </a:r>
          </a:p>
          <a:p xmlns:a="http://schemas.openxmlformats.org/drawingml/2006/main">
            <a:r>
              <a:t>Expected outcome: Maintain the questions, decisions and follow-ups from regular team and advisor discussions. Confirm future meeting dates with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Maintain and revise the living Overleaf manuscript</a:t>
            </a:r>
          </a:p>
          <a:p xmlns:a="http://schemas.openxmlformats.org/drawingml/2006/main">
            <a:r>
              <a:t>2026-09-26 to 2027-03-31; In progress.</a:t>
            </a:r>
          </a:p>
          <a:p xmlns:a="http://schemas.openxmlformats.org/drawingml/2006/main">
            <a:r>
              <a:t>Expected outcome: Update methods, figures, claims, citations and open questions as research changes. Writing begins with Stage 1 and continues through review, new experiments and later consolidation.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CAP6942 | Course deliverables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Bibliography, canvas and project-plan submissions</a:t>
            </a:r>
          </a:p>
          <a:p xmlns:a="http://schemas.openxmlformats.org/drawingml/2006/main">
            <a:r>
              <a:t>2026-09-26 to 2026-09-27; In progress.</a:t>
            </a:r>
          </a:p>
          <a:p xmlns:a="http://schemas.openxmlformats.org/drawingml/2006/main">
            <a:r>
              <a:t>Expected outcome: Submit the annotated bibliography and Research Canvas for Team Assignment 1, and the research project plan for Team Assignment 2. Both are due September 27 at 23:59 Eastern.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Prepare final report, presentation and video</a:t>
            </a:r>
          </a:p>
          <a:p xmlns:a="http://schemas.openxmlformats.org/drawingml/2006/main">
            <a:r>
              <a:t>2026-11-16 to 2026-12-06; Planned.</a:t>
            </a:r>
          </a:p>
          <a:p xmlns:a="http://schemas.openxmlformats.org/drawingml/2006/main">
            <a:r>
              <a:t>Expected outcome: Adapt the evolving manuscript and evidence to the course report, presentation and video requirements. Rehearse explanations and incorporate teammate and advisor feedback.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Course rehearsal checkpoint</a:t>
            </a:r>
          </a:p>
          <a:p xmlns:a="http://schemas.openxmlformats.org/drawingml/2006/main">
            <a:r>
              <a:t>2026-12-01 to 2026-12-01; Planned.</a:t>
            </a:r>
          </a:p>
          <a:p xmlns:a="http://schemas.openxmlformats.org/drawingml/2006/main">
            <a:r>
              <a:t>Expected outcome: Rehearse the scientific account and record corrections; confirm the course’s exact instructions in WebCourses.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36. Final course report checkpoint</a:t>
            </a:r>
          </a:p>
          <a:p xmlns:a="http://schemas.openxmlformats.org/drawingml/2006/main">
            <a:r>
              <a:t>2026-12-07 to 2026-12-07; Planned.</a:t>
            </a:r>
          </a:p>
          <a:p xmlns:a="http://schemas.openxmlformats.org/drawingml/2006/main">
            <a:r>
              <a:t>Expected outcome: Review evidence, attribution and AI disclosure; confirm and complete the required course submission.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37. Course presentation and video checkpoint</a:t>
            </a:r>
          </a:p>
          <a:p xmlns:a="http://schemas.openxmlformats.org/drawingml/2006/main">
            <a:r>
              <a:t>2026-12-08 to 2026-12-08; Planned.</a:t>
            </a:r>
          </a:p>
          <a:p xmlns:a="http://schemas.openxmlformats.org/drawingml/2006/main">
            <a:r>
              <a:t>Expected outcome: Deliver the course presentation/video using the reviewed evidence and acknowledged limitations.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continuation | Provisional January–March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38. Further experiments and external validation</a:t>
            </a:r>
          </a:p>
          <a:p xmlns:a="http://schemas.openxmlformats.org/drawingml/2006/main">
            <a:r>
              <a:t>2027-01-04 to 2027-02-28; Conditional.</a:t>
            </a:r>
          </a:p>
          <a:p xmlns:a="http://schemas.openxmlformats.org/drawingml/2006/main">
            <a:r>
              <a:t>Expected outcome: Select and run extensions justified by the reviewed evidence, biological relevance, collaborators and available resources.</a:t>
            </a:r>
          </a:p>
          <a:p xmlns:a="http://schemas.openxmlformats.org/drawingml/2006/main">
            <a:r>
              <a:t>Prerequisites: 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39. Consolidate manuscript and review publication readiness</a:t>
            </a:r>
          </a:p>
          <a:p xmlns:a="http://schemas.openxmlformats.org/drawingml/2006/main">
            <a:r>
              <a:t>2027-02-01 to 2027-03-31; Planned.</a:t>
            </a:r>
          </a:p>
          <a:p xmlns:a="http://schemas.openxmlformats.org/drawingml/2006/main">
            <a:r>
              <a:t>Expected outcome: Refine the manuscript already underway, integrate additional evidence and seek group feedback. Venue, submission date and final research end remain undecided.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40. March research review and next-step decision</a:t>
            </a:r>
          </a:p>
          <a:p xmlns:a="http://schemas.openxmlformats.org/drawingml/2006/main">
            <a:r>
              <a:t>2027-03-31 to 2027-03-31; Planned.</a:t>
            </a:r>
          </a:p>
          <a:p xmlns:a="http://schemas.openxmlformats.org/drawingml/2006/main">
            <a:r>
              <a:t>Expected outcome: Review the evidence and decide whether to extend the experiments, revise the manuscript, prepare a submission or change direction. Adjust the timeline to the chosen next steps.</a:t>
            </a:r>
          </a:p>
          <a:p xmlns:a="http://schemas.openxmlformats.org/drawingml/2006/main">
            <a:r>
              <a:t>Prerequisites: 39.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and reproducibility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Early implementation, writing and collaboration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5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Draft Stage 1 methods and findings in Overleaf</a:t>
            </a:r>
          </a:p>
          <a:p xmlns:a="http://schemas.openxmlformats.org/drawingml/2006/main">
            <a:r>
              <a:t>2026-09-26 to 2026-10-04; In progress.</a:t>
            </a:r>
          </a:p>
          <a:p xmlns:a="http://schemas.openxmlformats.org/drawingml/2006/main">
            <a:r>
              <a:t>Expected outcome: Join Mina’s project, draft Stage 1 background/methods, attach supported figures and annotate unresolved claims. This is the first writing increment of the living manuscript.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Clarify the lab tokenizer and benchmark opportunity</a:t>
            </a:r>
          </a:p>
          <a:p xmlns:a="http://schemas.openxmlformats.org/drawingml/2006/main">
            <a:r>
              <a:t>2026-09-28 to 2026-10-05; Planned.</a:t>
            </a:r>
          </a:p>
          <a:p xmlns:a="http://schemas.openxmlformats.org/drawingml/2006/main">
            <a:r>
              <a:t>Expected outcome: Ask Julian for the exact group, tokenizer/paper and intended benchmark task. Establish inputs, access, comparison unit and collaborators before promising a shared experiment.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review and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Prepare the Oct 5 evidence and question set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Assemble the explainable pipeline, source-linked findings, unresolved results, BioLangFusion pilot status and alignment-definition proposal. Distinguish established evidence from open hypotheses.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5 review and working alignment definition</a:t>
            </a:r>
          </a:p>
          <a:p xmlns:a="http://schemas.openxmlformats.org/drawingml/2006/main">
            <a:r>
              <a:t>2026-10-05 to 2026-10-05;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 | Experiments,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comparison 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Optional comparisons | Subject to scope and feasibility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606df07feb54cc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8c8fa4dbf254a0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9516fe67bfaf44e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127e241674244bce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078de79aa2d4e57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f6cec5512184f5a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d12eaca458645d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d26b6c5415654e7f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de185142ffa1486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9195155c51834f0a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610807a9cac485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D50471-0901-4031-8F05-F553F5DA33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58B5D4-0F11-4ED8-ACCB-C577156370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40D5FE-F90B-44B9-BAD9-D4EC0AA4C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52EF19-63C3-42A0-9635-40054A0BB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65AA00-5F52-4591-9F89-BD8DB9473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6171C-6B1A-4498-ACDE-BB467882F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649E35-5C93-4635-A524-44402B970A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4A137F-E709-4B82-A3AD-33F7625CC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389170-5754-48A5-8DFE-4977600A8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67BA2-2745-46AA-BC3E-39187EE8CA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467CD8-E86B-4C4F-84C0-3C905E004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04BDB1-CCDF-4FBD-A759-7A7F17D92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B95C45-A53F-4629-8646-F4803C92C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A43E3D-844F-46D8-A39D-8F5243187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9E6E19-B69B-4C88-848A-4A5BC4E18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3D2580-B2CC-4681-A526-85ADAA1BE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D6B0C6-4B46-4BFB-96E9-6DE1E47B0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9F0EFE-2651-4DAD-BC9C-FED21F78E1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232A06-3889-4C5D-834E-BEB7BCEDE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E0C82-5D24-4FB2-A0A3-E1C901E74E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0CD7FD-B0E5-4B2A-81ED-CF7C3A8AA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B0D819-D8BC-4E3F-B887-D64E3F459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B5445E-06CC-454D-A80F-77342AF33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6FE63D-3715-4511-85EF-85A98FD209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AEDC91-2F54-46AE-96A2-FF68AB7028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B8AE1C2-5D7B-4541-8438-47AF546579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AB1DD4-3F30-4664-B78F-88EDF8C5CE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1B7B288-E05F-4423-88C9-3C5445886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BD258D-A082-4923-8B3C-D10EC4136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1246C1-86CA-4F0A-BEDF-D954AA4BB7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18100C5-2F9A-468E-9F79-728FA7967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4CF202A-53FB-4778-970E-918BEF870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A85E1A8-F7C4-4974-801B-4BCF5D96A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EB54A0D-6373-4B2C-92C2-A5E3F4E52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9671920-FB39-4E3A-9FAE-CDA7BA191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1568EE-1391-43C9-9A99-CA18FA73DD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88B4F-AE42-4E16-A764-A893F3197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2AA87A-BEA4-435F-9773-CCD4543C7B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90464F-69BD-4995-A642-86C726ED7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D227DE-A76B-4CF8-B373-5F87E0029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9B0FD9-618E-437A-A4F6-55E1F1192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9A26D5-93FB-4588-AFD1-C0A354EE8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98203A-892E-4FB5-A226-33E4B41C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86C27CC-4743-4E19-B8DA-2AD4F3BA85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856B98-AE27-475E-9684-12E431714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8C4FE6-2793-4921-8E64-97AA2D467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7B094-F06E-479F-B35D-CFACDC66F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D270C9-8D19-4F0B-97CF-E282CA508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3E5A5-C957-47CA-B639-C89B2C3ED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98151E-8731-45B2-9F09-5CA221518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9DFE78-4304-411E-AC94-37DB02877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1F9AD5-236D-43ED-8103-25BD9D231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40C95B-B4CE-47E3-B18A-87B68EA60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6765DEA-A6E6-4B48-8133-A2AD3485C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050C12-4963-468A-B5B2-5A5FFF851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8457F7-41EB-4560-A76D-AFBADA1340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388894-ADE6-4593-9B41-E7770480A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85ABC6-5748-454D-B68C-DC4BA3954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d266be0a1284e61" Type="http://schemas.openxmlformats.org/officeDocument/2006/relationships/slideLayout" Target="../slideLayouts/slideLayout3.xml"/><Relationship Id="R3136394fdd464025" Type="http://schemas.openxmlformats.org/officeDocument/2006/relationships/slideLayout" Target="../slideLayouts/slideLayout1.xml"/><Relationship Id="R44a03bba378d4104" Type="http://schemas.openxmlformats.org/officeDocument/2006/relationships/slideLayout" Target="../slideLayouts/slideLayout10.xml"/><Relationship Id="R4702a775611d43ad" Type="http://schemas.openxmlformats.org/officeDocument/2006/relationships/slideLayout" Target="../slideLayouts/slideLayout8.xml"/><Relationship Id="R4b8283b5ea094e36" Type="http://schemas.openxmlformats.org/officeDocument/2006/relationships/slideLayout" Target="../slideLayouts/slideLayout11.xml"/><Relationship Id="R5e03566e1b8348f9" Type="http://schemas.openxmlformats.org/officeDocument/2006/relationships/slideLayout" Target="../slideLayouts/slideLayout5.xml"/><Relationship Id="Ra309db37da2a4a43" Type="http://schemas.openxmlformats.org/officeDocument/2006/relationships/slideLayout" Target="../slideLayouts/slideLayout6.xml"/><Relationship Id="Rbaed0f216b1a4b6e" Type="http://schemas.openxmlformats.org/officeDocument/2006/relationships/slideLayout" Target="../slideLayouts/slideLayout2.xml"/><Relationship Id="Rbb645bffa0074ac0" Type="http://schemas.openxmlformats.org/officeDocument/2006/relationships/slideLayout" Target="../slideLayouts/slideLayout4.xml"/><Relationship Id="Rd25689cf6b294a32" Type="http://schemas.openxmlformats.org/officeDocument/2006/relationships/theme" Target="theme/theme2.xml"/><Relationship Id="Rd4117fb882554ffa" Type="http://schemas.openxmlformats.org/officeDocument/2006/relationships/slideLayout" Target="../slideLayouts/slideLayout7.xml"/><Relationship Id="Rfee0c545bc1446ea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15B4157-E165-444D-87D1-D1FDC3346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E37DDE-C668-4999-AFF6-3B02624EC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BB946D-3A16-4314-9C16-BCCD841C23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193750-DF12-4E38-BED1-2FDD1C95BA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3C852F-F0CF-4B23-915E-CDA9F47EA9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6394fdd464025"/>
    <p:sldLayoutId xmlns:r="http://schemas.openxmlformats.org/officeDocument/2006/relationships" id="2147483650" r:id="Rbaed0f216b1a4b6e"/>
    <p:sldLayoutId xmlns:r="http://schemas.openxmlformats.org/officeDocument/2006/relationships" id="2147483651" r:id="R1d266be0a1284e61"/>
    <p:sldLayoutId xmlns:r="http://schemas.openxmlformats.org/officeDocument/2006/relationships" id="2147483652" r:id="Rbb645bffa0074ac0"/>
    <p:sldLayoutId xmlns:r="http://schemas.openxmlformats.org/officeDocument/2006/relationships" id="2147483653" r:id="R5e03566e1b8348f9"/>
    <p:sldLayoutId xmlns:r="http://schemas.openxmlformats.org/officeDocument/2006/relationships" id="2147483654" r:id="Ra309db37da2a4a43"/>
    <p:sldLayoutId xmlns:r="http://schemas.openxmlformats.org/officeDocument/2006/relationships" id="2147483655" r:id="Rd4117fb882554ffa"/>
    <p:sldLayoutId xmlns:r="http://schemas.openxmlformats.org/officeDocument/2006/relationships" id="2147483656" r:id="R4702a775611d43ad"/>
    <p:sldLayoutId xmlns:r="http://schemas.openxmlformats.org/officeDocument/2006/relationships" id="2147483657" r:id="Rfee0c545bc1446ea"/>
    <p:sldLayoutId xmlns:r="http://schemas.openxmlformats.org/officeDocument/2006/relationships" id="2147483658" r:id="R44a03bba378d4104"/>
    <p:sldLayoutId xmlns:r="http://schemas.openxmlformats.org/officeDocument/2006/relationships" id="2147483659" r:id="R4b8283b5ea094e3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841a64afa64fcd" Type="http://schemas.openxmlformats.org/officeDocument/2006/relationships/slideLayout" Target="../slideLayouts/slideLayout7.xml"/><Relationship Id="R23fe9f1998694f0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b2b94f060cc4e8c" Type="http://schemas.openxmlformats.org/officeDocument/2006/relationships/slideLayout" Target="../slideLayouts/slideLayout1.xml"/><Relationship Id="Rd5cbb3028e62482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d3a45033c6944d2" Type="http://schemas.openxmlformats.org/officeDocument/2006/relationships/notesSlide" Target="../notesSlides/notesSlide3.xml"/><Relationship Id="R54df92619ec443c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5" name="Title">
            <a:extLst xmlns:a="http://schemas.openxmlformats.org/drawingml/2006/main">
              <a:ext uri="{FF2B5EF4-FFF2-40B4-BE49-F238E27FC236}">
                <a16:creationId xmlns:a16="http://schemas.microsoft.com/office/drawing/2014/main" id="{EA4880F2-507E-4B9C-810C-68EADD1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multimodal-bio-fusion | Research Project Plan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26E904-DD01-4F4C-BF80-87F80F7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Weekly schedule for fall 2026, with a provisional continuation through March 2027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A5EEEF2E-FCDD-4FAF-9F53-9AE0B3F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5B134E7B-309F-43D8-AFD3-43179C2F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C1DDB809-015C-44EA-923A-3B7ECCE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Week 2026-09-07">
            <a:extLst xmlns:a="http://schemas.openxmlformats.org/drawingml/2006/main">
              <a:ext uri="{FF2B5EF4-FFF2-40B4-BE49-F238E27FC236}">
                <a16:creationId xmlns:a16="http://schemas.microsoft.com/office/drawing/2014/main" id="{D257F1F8-A79B-4FBE-AA63-66C17D5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9/7</a:t>
            </a:r>
          </a:p>
        </p:txBody>
      </p:sp>
      <p:sp>
        <p:nvSpPr>
          <p:cNvPr id="7" name="Week 2026-09-14">
            <a:extLst xmlns:a="http://schemas.openxmlformats.org/drawingml/2006/main">
              <a:ext uri="{FF2B5EF4-FFF2-40B4-BE49-F238E27FC236}">
                <a16:creationId xmlns:a16="http://schemas.microsoft.com/office/drawing/2014/main" id="{D1438395-44D6-41C0-B2E9-CB039FF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9/14</a:t>
            </a:r>
          </a:p>
        </p:txBody>
      </p:sp>
      <p:sp>
        <p:nvSpPr>
          <p:cNvPr id="8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A8557C8E-69A7-4EC8-9217-691D04B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9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744918BB-B9E1-47BF-A329-610C8A1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10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A2339EB2-623A-492E-A54E-EE8552A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1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CBD33B9F-9FE7-4808-ADF0-9B54AAFA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12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32D5CC87-585F-48E5-9F6A-5997C35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3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FEDE6624-777D-4825-BB8E-B093FCD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4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E75CA6AC-2B59-4648-ACDA-FF077BFA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5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2EA1C60B-20BB-4BE6-8FE0-D6C38B6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6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A0AFD29C-3AAA-456A-9B36-80C939D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7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3D10F673-4CB0-41B6-9003-AF4E118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8" name="Week 2026-11-30">
            <a:extLst xmlns:a="http://schemas.openxmlformats.org/drawingml/2006/main">
              <a:ext uri="{FF2B5EF4-FFF2-40B4-BE49-F238E27FC236}">
                <a16:creationId xmlns:a16="http://schemas.microsoft.com/office/drawing/2014/main" id="{3010FB29-764C-4A5E-A863-AE970E4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11/30</a:t>
            </a:r>
          </a:p>
        </p:txBody>
      </p:sp>
      <p:sp>
        <p:nvSpPr>
          <p:cNvPr id="19" name="Week 2026-12-07">
            <a:extLst xmlns:a="http://schemas.openxmlformats.org/drawingml/2006/main">
              <a:ext uri="{FF2B5EF4-FFF2-40B4-BE49-F238E27FC236}">
                <a16:creationId xmlns:a16="http://schemas.microsoft.com/office/drawing/2014/main" id="{F3FE6820-E9DE-4888-9242-F5ECFA9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12/7</a:t>
            </a:r>
          </a:p>
        </p:txBody>
      </p:sp>
      <p:sp>
        <p:nvSpPr>
          <p:cNvPr id="20" name="Week 2026-12-14">
            <a:extLst xmlns:a="http://schemas.openxmlformats.org/drawingml/2006/main">
              <a:ext uri="{FF2B5EF4-FFF2-40B4-BE49-F238E27FC236}">
                <a16:creationId xmlns:a16="http://schemas.microsoft.com/office/drawing/2014/main" id="{136DAE93-8E63-4B9A-BB64-810F3F01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12/14</a:t>
            </a:r>
          </a:p>
        </p:txBody>
      </p:sp>
      <p:sp>
        <p:nvSpPr>
          <p:cNvPr id="21" name="Week 2026-12-21">
            <a:extLst xmlns:a="http://schemas.openxmlformats.org/drawingml/2006/main">
              <a:ext uri="{FF2B5EF4-FFF2-40B4-BE49-F238E27FC236}">
                <a16:creationId xmlns:a16="http://schemas.microsoft.com/office/drawing/2014/main" id="{834F3B8E-D77A-4211-815F-5E7DB2F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12/21</a:t>
            </a:r>
          </a:p>
        </p:txBody>
      </p:sp>
      <p:sp>
        <p:nvSpPr>
          <p:cNvPr id="22" name="Week 2026-12-28">
            <a:extLst xmlns:a="http://schemas.openxmlformats.org/drawingml/2006/main">
              <a:ext uri="{FF2B5EF4-FFF2-40B4-BE49-F238E27FC236}">
                <a16:creationId xmlns:a16="http://schemas.microsoft.com/office/drawing/2014/main" id="{EE9C8C03-5C74-4805-A821-661B479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12/28</a:t>
            </a:r>
          </a:p>
        </p:txBody>
      </p:sp>
      <p:sp>
        <p:nvSpPr>
          <p:cNvPr id="23" name="Week 2027-01-01">
            <a:extLst xmlns:a="http://schemas.openxmlformats.org/drawingml/2006/main">
              <a:ext uri="{FF2B5EF4-FFF2-40B4-BE49-F238E27FC236}">
                <a16:creationId xmlns:a16="http://schemas.microsoft.com/office/drawing/2014/main" id="{AB6FB304-58D4-4602-9B02-7B15D84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4" name="Week 2027-02-01">
            <a:extLst xmlns:a="http://schemas.openxmlformats.org/drawingml/2006/main">
              <a:ext uri="{FF2B5EF4-FFF2-40B4-BE49-F238E27FC236}">
                <a16:creationId xmlns:a16="http://schemas.microsoft.com/office/drawing/2014/main" id="{6E28B8F0-C558-40BB-8754-FC88508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25" name="Week 2027-03-01">
            <a:extLst xmlns:a="http://schemas.openxmlformats.org/drawingml/2006/main">
              <a:ext uri="{FF2B5EF4-FFF2-40B4-BE49-F238E27FC236}">
                <a16:creationId xmlns:a16="http://schemas.microsoft.com/office/drawing/2014/main" id="{598FF916-38A6-4FA7-9685-086E388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6" name="Section Stage 1 | Understanding, reproducibility and alignment">
            <a:extLst xmlns:a="http://schemas.openxmlformats.org/drawingml/2006/main">
              <a:ext uri="{FF2B5EF4-FFF2-40B4-BE49-F238E27FC236}">
                <a16:creationId xmlns:a16="http://schemas.microsoft.com/office/drawing/2014/main" id="{430912A0-48D0-4DBD-AE3A-A8A5FA7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Section title Stage 1 | Understanding, reproducibility and alignment">
            <a:extLst xmlns:a="http://schemas.openxmlformats.org/drawingml/2006/main">
              <a:ext uri="{FF2B5EF4-FFF2-40B4-BE49-F238E27FC236}">
                <a16:creationId xmlns:a16="http://schemas.microsoft.com/office/drawing/2014/main" id="{AF9FEC64-A920-44DD-B0DC-0E02C3D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 | Understanding, reproducibility and alignment</a:t>
            </a:r>
          </a:p>
        </p:txBody>
      </p:sp>
      <p:sp>
        <p:nvSpPr>
          <p:cNvPr id="28" name="Task 0">
            <a:extLst xmlns:a="http://schemas.openxmlformats.org/drawingml/2006/main">
              <a:ext uri="{FF2B5EF4-FFF2-40B4-BE49-F238E27FC236}">
                <a16:creationId xmlns:a16="http://schemas.microsoft.com/office/drawing/2014/main" id="{C0ED7D8B-A4FB-458F-9291-5BABC15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six-paper review</a:t>
            </a:r>
          </a:p>
        </p:txBody>
      </p:sp>
      <p:sp>
        <p:nvSpPr>
          <p:cNvPr id="29" name="Status 0">
            <a:extLst xmlns:a="http://schemas.openxmlformats.org/drawingml/2006/main">
              <a:ext uri="{FF2B5EF4-FFF2-40B4-BE49-F238E27FC236}">
                <a16:creationId xmlns:a16="http://schemas.microsoft.com/office/drawing/2014/main" id="{5D84F396-AF6F-4D4C-8A40-A8699AB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14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30" name="Week rule 0 2026-09-07">
            <a:extLst xmlns:a="http://schemas.openxmlformats.org/drawingml/2006/main">
              <a:ext uri="{FF2B5EF4-FFF2-40B4-BE49-F238E27FC236}">
                <a16:creationId xmlns:a16="http://schemas.microsoft.com/office/drawing/2014/main" id="{DE08CD40-72FE-4C87-B385-2EF3600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Week rule 0 2026-09-14">
            <a:extLst xmlns:a="http://schemas.openxmlformats.org/drawingml/2006/main">
              <a:ext uri="{FF2B5EF4-FFF2-40B4-BE49-F238E27FC236}">
                <a16:creationId xmlns:a16="http://schemas.microsoft.com/office/drawing/2014/main" id="{9879D655-9BEE-403B-B8C1-5F2664C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Week rule 0 2026-09-21">
            <a:extLst xmlns:a="http://schemas.openxmlformats.org/drawingml/2006/main">
              <a:ext uri="{FF2B5EF4-FFF2-40B4-BE49-F238E27FC236}">
                <a16:creationId xmlns:a16="http://schemas.microsoft.com/office/drawing/2014/main" id="{570BDCD4-54FE-4871-9B1F-DDFDF8B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Week rule 0 2026-09-28">
            <a:extLst xmlns:a="http://schemas.openxmlformats.org/drawingml/2006/main">
              <a:ext uri="{FF2B5EF4-FFF2-40B4-BE49-F238E27FC236}">
                <a16:creationId xmlns:a16="http://schemas.microsoft.com/office/drawing/2014/main" id="{B64C138D-F84A-4453-A8EA-9760506A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36CFA951-9D94-4FF9-85A6-BC0E85E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Week rule 0 2026-10-12">
            <a:extLst xmlns:a="http://schemas.openxmlformats.org/drawingml/2006/main">
              <a:ext uri="{FF2B5EF4-FFF2-40B4-BE49-F238E27FC236}">
                <a16:creationId xmlns:a16="http://schemas.microsoft.com/office/drawing/2014/main" id="{94976A76-1370-4112-8D70-542C754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Week rule 0 2026-10-19">
            <a:extLst xmlns:a="http://schemas.openxmlformats.org/drawingml/2006/main">
              <a:ext uri="{FF2B5EF4-FFF2-40B4-BE49-F238E27FC236}">
                <a16:creationId xmlns:a16="http://schemas.microsoft.com/office/drawing/2014/main" id="{6D3C306B-1F1E-4A56-81D8-F560AE1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Week rule 0 2026-10-26">
            <a:extLst xmlns:a="http://schemas.openxmlformats.org/drawingml/2006/main">
              <a:ext uri="{FF2B5EF4-FFF2-40B4-BE49-F238E27FC236}">
                <a16:creationId xmlns:a16="http://schemas.microsoft.com/office/drawing/2014/main" id="{B4F01A03-C621-4CAF-AED3-C9E60F5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Week rule 0 2026-11-02">
            <a:extLst xmlns:a="http://schemas.openxmlformats.org/drawingml/2006/main">
              <a:ext uri="{FF2B5EF4-FFF2-40B4-BE49-F238E27FC236}">
                <a16:creationId xmlns:a16="http://schemas.microsoft.com/office/drawing/2014/main" id="{7875E1F9-8FC9-48DC-B568-945BC4D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Week rule 0 2026-11-09">
            <a:extLst xmlns:a="http://schemas.openxmlformats.org/drawingml/2006/main">
              <a:ext uri="{FF2B5EF4-FFF2-40B4-BE49-F238E27FC236}">
                <a16:creationId xmlns:a16="http://schemas.microsoft.com/office/drawing/2014/main" id="{B546C51B-E51D-4144-9C4E-96FF75D2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Week rule 0 2026-11-16">
            <a:extLst xmlns:a="http://schemas.openxmlformats.org/drawingml/2006/main">
              <a:ext uri="{FF2B5EF4-FFF2-40B4-BE49-F238E27FC236}">
                <a16:creationId xmlns:a16="http://schemas.microsoft.com/office/drawing/2014/main" id="{2D226D82-DDE9-4E71-A727-7F36245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Week rule 0 2026-11-23">
            <a:extLst xmlns:a="http://schemas.openxmlformats.org/drawingml/2006/main">
              <a:ext uri="{FF2B5EF4-FFF2-40B4-BE49-F238E27FC236}">
                <a16:creationId xmlns:a16="http://schemas.microsoft.com/office/drawing/2014/main" id="{1C990313-1DB5-4ED1-8FE9-AE42693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" name="Week rule 0 2026-11-30">
            <a:extLst xmlns:a="http://schemas.openxmlformats.org/drawingml/2006/main">
              <a:ext uri="{FF2B5EF4-FFF2-40B4-BE49-F238E27FC236}">
                <a16:creationId xmlns:a16="http://schemas.microsoft.com/office/drawing/2014/main" id="{864B81C7-F18C-4795-BF96-DAA1674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" name="Week rule 0 2026-12-07">
            <a:extLst xmlns:a="http://schemas.openxmlformats.org/drawingml/2006/main">
              <a:ext uri="{FF2B5EF4-FFF2-40B4-BE49-F238E27FC236}">
                <a16:creationId xmlns:a16="http://schemas.microsoft.com/office/drawing/2014/main" id="{A2F4C1C0-EB05-43BD-8760-C481BAE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Week rule 0 2026-12-14">
            <a:extLst xmlns:a="http://schemas.openxmlformats.org/drawingml/2006/main">
              <a:ext uri="{FF2B5EF4-FFF2-40B4-BE49-F238E27FC236}">
                <a16:creationId xmlns:a16="http://schemas.microsoft.com/office/drawing/2014/main" id="{CDFBC401-A2F0-458A-B5E2-55E7C45C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Week rule 0 2026-12-21">
            <a:extLst xmlns:a="http://schemas.openxmlformats.org/drawingml/2006/main">
              <a:ext uri="{FF2B5EF4-FFF2-40B4-BE49-F238E27FC236}">
                <a16:creationId xmlns:a16="http://schemas.microsoft.com/office/drawing/2014/main" id="{ACA03AAE-25A8-4544-BB5E-70B52256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Week rule 0 2026-12-28">
            <a:extLst xmlns:a="http://schemas.openxmlformats.org/drawingml/2006/main">
              <a:ext uri="{FF2B5EF4-FFF2-40B4-BE49-F238E27FC236}">
                <a16:creationId xmlns:a16="http://schemas.microsoft.com/office/drawing/2014/main" id="{428A5F7C-DA9D-4DB2-9FCD-74D9660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" name="Week rule 0 2027-01-01">
            <a:extLst xmlns:a="http://schemas.openxmlformats.org/drawingml/2006/main">
              <a:ext uri="{FF2B5EF4-FFF2-40B4-BE49-F238E27FC236}">
                <a16:creationId xmlns:a16="http://schemas.microsoft.com/office/drawing/2014/main" id="{6EDFE242-24A2-4AB8-8818-63F08833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Week rule 0 2027-02-01">
            <a:extLst xmlns:a="http://schemas.openxmlformats.org/drawingml/2006/main">
              <a:ext uri="{FF2B5EF4-FFF2-40B4-BE49-F238E27FC236}">
                <a16:creationId xmlns:a16="http://schemas.microsoft.com/office/drawing/2014/main" id="{7222B505-4D82-466C-AA47-E326071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Week rule 0 2027-03-01">
            <a:extLst xmlns:a="http://schemas.openxmlformats.org/drawingml/2006/main">
              <a:ext uri="{FF2B5EF4-FFF2-40B4-BE49-F238E27FC236}">
                <a16:creationId xmlns:a16="http://schemas.microsoft.com/office/drawing/2014/main" id="{1F7BD462-2897-4B5D-B765-205685E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" name="Bar 0 0">
            <a:extLst xmlns:a="http://schemas.openxmlformats.org/drawingml/2006/main">
              <a:ext uri="{FF2B5EF4-FFF2-40B4-BE49-F238E27FC236}">
                <a16:creationId xmlns:a16="http://schemas.microsoft.com/office/drawing/2014/main" id="{97577C04-55FB-4DDE-AA99-C4A9984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" name="Bar 0 1">
            <a:extLst xmlns:a="http://schemas.openxmlformats.org/drawingml/2006/main">
              <a:ext uri="{FF2B5EF4-FFF2-40B4-BE49-F238E27FC236}">
                <a16:creationId xmlns:a16="http://schemas.microsoft.com/office/drawing/2014/main" id="{B3EAE002-D462-40FA-B232-8E1D5F7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" name="Bar 0 2">
            <a:extLst xmlns:a="http://schemas.openxmlformats.org/drawingml/2006/main">
              <a:ext uri="{FF2B5EF4-FFF2-40B4-BE49-F238E27FC236}">
                <a16:creationId xmlns:a16="http://schemas.microsoft.com/office/drawing/2014/main" id="{AE0B4231-48CE-40A4-A181-0000BBF7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3" name="Row rule 0">
            <a:extLst xmlns:a="http://schemas.openxmlformats.org/drawingml/2006/main">
              <a:ext uri="{FF2B5EF4-FFF2-40B4-BE49-F238E27FC236}">
                <a16:creationId xmlns:a16="http://schemas.microsoft.com/office/drawing/2014/main" id="{EFC2C2EB-8970-4E27-8BE5-6FDE2B3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240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Row tint 1">
            <a:extLst xmlns:a="http://schemas.openxmlformats.org/drawingml/2006/main">
              <a:ext uri="{FF2B5EF4-FFF2-40B4-BE49-F238E27FC236}">
                <a16:creationId xmlns:a16="http://schemas.microsoft.com/office/drawing/2014/main" id="{AD31DEA6-087F-4650-B6A6-91AE1D44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240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" name="Task 1">
            <a:extLst xmlns:a="http://schemas.openxmlformats.org/drawingml/2006/main">
              <a:ext uri="{FF2B5EF4-FFF2-40B4-BE49-F238E27FC236}">
                <a16:creationId xmlns:a16="http://schemas.microsoft.com/office/drawing/2014/main" id="{95A50BF5-5484-43FB-AD88-FF847F2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24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discussion, data checks and interpretation</a:t>
            </a:r>
          </a:p>
        </p:txBody>
      </p:sp>
      <p:sp>
        <p:nvSpPr>
          <p:cNvPr id="56" name="Status 1">
            <a:extLst xmlns:a="http://schemas.openxmlformats.org/drawingml/2006/main">
              <a:ext uri="{FF2B5EF4-FFF2-40B4-BE49-F238E27FC236}">
                <a16:creationId xmlns:a16="http://schemas.microsoft.com/office/drawing/2014/main" id="{DABFD50A-CD4C-44CE-9E91-2229E0A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240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7" name="Week rule 1 2026-09-07">
            <a:extLst xmlns:a="http://schemas.openxmlformats.org/drawingml/2006/main">
              <a:ext uri="{FF2B5EF4-FFF2-40B4-BE49-F238E27FC236}">
                <a16:creationId xmlns:a16="http://schemas.microsoft.com/office/drawing/2014/main" id="{9A997675-5299-4534-9AF8-0B6069E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8" name="Week rule 1 2026-09-14">
            <a:extLst xmlns:a="http://schemas.openxmlformats.org/drawingml/2006/main">
              <a:ext uri="{FF2B5EF4-FFF2-40B4-BE49-F238E27FC236}">
                <a16:creationId xmlns:a16="http://schemas.microsoft.com/office/drawing/2014/main" id="{6B9533EC-278A-4938-ABD9-30B1D89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9" name="Week rule 1 2026-09-21">
            <a:extLst xmlns:a="http://schemas.openxmlformats.org/drawingml/2006/main">
              <a:ext uri="{FF2B5EF4-FFF2-40B4-BE49-F238E27FC236}">
                <a16:creationId xmlns:a16="http://schemas.microsoft.com/office/drawing/2014/main" id="{F22F40DE-37AC-400B-AFC6-8EA20D9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0" name="Week rule 1 2026-09-28">
            <a:extLst xmlns:a="http://schemas.openxmlformats.org/drawingml/2006/main">
              <a:ext uri="{FF2B5EF4-FFF2-40B4-BE49-F238E27FC236}">
                <a16:creationId xmlns:a16="http://schemas.microsoft.com/office/drawing/2014/main" id="{C85F395B-A091-4824-A21C-BD71F6F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1E867EAB-DD8A-431F-A93E-36AF7F84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Week rule 1 2026-10-12">
            <a:extLst xmlns:a="http://schemas.openxmlformats.org/drawingml/2006/main">
              <a:ext uri="{FF2B5EF4-FFF2-40B4-BE49-F238E27FC236}">
                <a16:creationId xmlns:a16="http://schemas.microsoft.com/office/drawing/2014/main" id="{877CE2B3-E2F7-40BF-97DE-31D64236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Week rule 1 2026-10-19">
            <a:extLst xmlns:a="http://schemas.openxmlformats.org/drawingml/2006/main">
              <a:ext uri="{FF2B5EF4-FFF2-40B4-BE49-F238E27FC236}">
                <a16:creationId xmlns:a16="http://schemas.microsoft.com/office/drawing/2014/main" id="{9639399C-3F5C-4964-A729-3885E5E3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4" name="Week rule 1 2026-10-26">
            <a:extLst xmlns:a="http://schemas.openxmlformats.org/drawingml/2006/main">
              <a:ext uri="{FF2B5EF4-FFF2-40B4-BE49-F238E27FC236}">
                <a16:creationId xmlns:a16="http://schemas.microsoft.com/office/drawing/2014/main" id="{5F981A60-1DA0-4DA9-95D2-1A695FC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Week rule 1 2026-11-02">
            <a:extLst xmlns:a="http://schemas.openxmlformats.org/drawingml/2006/main">
              <a:ext uri="{FF2B5EF4-FFF2-40B4-BE49-F238E27FC236}">
                <a16:creationId xmlns:a16="http://schemas.microsoft.com/office/drawing/2014/main" id="{DC0809FF-EA96-46E7-A8C9-42FF511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6" name="Week rule 1 2026-11-09">
            <a:extLst xmlns:a="http://schemas.openxmlformats.org/drawingml/2006/main">
              <a:ext uri="{FF2B5EF4-FFF2-40B4-BE49-F238E27FC236}">
                <a16:creationId xmlns:a16="http://schemas.microsoft.com/office/drawing/2014/main" id="{17E4B273-BBE9-45DE-807D-FA75F35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7" name="Week rule 1 2026-11-16">
            <a:extLst xmlns:a="http://schemas.openxmlformats.org/drawingml/2006/main">
              <a:ext uri="{FF2B5EF4-FFF2-40B4-BE49-F238E27FC236}">
                <a16:creationId xmlns:a16="http://schemas.microsoft.com/office/drawing/2014/main" id="{1DF3D51D-9A56-4320-8A71-5D45700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8" name="Week rule 1 2026-11-23">
            <a:extLst xmlns:a="http://schemas.openxmlformats.org/drawingml/2006/main">
              <a:ext uri="{FF2B5EF4-FFF2-40B4-BE49-F238E27FC236}">
                <a16:creationId xmlns:a16="http://schemas.microsoft.com/office/drawing/2014/main" id="{C740493A-46F2-425A-88DB-5F96141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9" name="Week rule 1 2026-11-30">
            <a:extLst xmlns:a="http://schemas.openxmlformats.org/drawingml/2006/main">
              <a:ext uri="{FF2B5EF4-FFF2-40B4-BE49-F238E27FC236}">
                <a16:creationId xmlns:a16="http://schemas.microsoft.com/office/drawing/2014/main" id="{0DB20B60-B137-4EE8-9427-38D19F0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0" name="Week rule 1 2026-12-07">
            <a:extLst xmlns:a="http://schemas.openxmlformats.org/drawingml/2006/main">
              <a:ext uri="{FF2B5EF4-FFF2-40B4-BE49-F238E27FC236}">
                <a16:creationId xmlns:a16="http://schemas.microsoft.com/office/drawing/2014/main" id="{42D47F01-0B2F-4940-BB12-7963DD6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Week rule 1 2026-12-14">
            <a:extLst xmlns:a="http://schemas.openxmlformats.org/drawingml/2006/main">
              <a:ext uri="{FF2B5EF4-FFF2-40B4-BE49-F238E27FC236}">
                <a16:creationId xmlns:a16="http://schemas.microsoft.com/office/drawing/2014/main" id="{43095EBA-79B1-4F4E-93BA-3219E10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2" name="Week rule 1 2026-12-21">
            <a:extLst xmlns:a="http://schemas.openxmlformats.org/drawingml/2006/main">
              <a:ext uri="{FF2B5EF4-FFF2-40B4-BE49-F238E27FC236}">
                <a16:creationId xmlns:a16="http://schemas.microsoft.com/office/drawing/2014/main" id="{564249F5-D2E3-494E-95AA-7D06674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Week rule 1 2026-12-28">
            <a:extLst xmlns:a="http://schemas.openxmlformats.org/drawingml/2006/main">
              <a:ext uri="{FF2B5EF4-FFF2-40B4-BE49-F238E27FC236}">
                <a16:creationId xmlns:a16="http://schemas.microsoft.com/office/drawing/2014/main" id="{A74E5358-B542-496F-B699-FEC41BF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4" name="Week rule 1 2027-01-01">
            <a:extLst xmlns:a="http://schemas.openxmlformats.org/drawingml/2006/main">
              <a:ext uri="{FF2B5EF4-FFF2-40B4-BE49-F238E27FC236}">
                <a16:creationId xmlns:a16="http://schemas.microsoft.com/office/drawing/2014/main" id="{8C210B06-9B94-4D9B-A610-FD93390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Week rule 1 2027-02-01">
            <a:extLst xmlns:a="http://schemas.openxmlformats.org/drawingml/2006/main">
              <a:ext uri="{FF2B5EF4-FFF2-40B4-BE49-F238E27FC236}">
                <a16:creationId xmlns:a16="http://schemas.microsoft.com/office/drawing/2014/main" id="{E2E0778C-0EA0-49EC-A0CD-3F9321D0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6" name="Week rule 1 2027-03-01">
            <a:extLst xmlns:a="http://schemas.openxmlformats.org/drawingml/2006/main">
              <a:ext uri="{FF2B5EF4-FFF2-40B4-BE49-F238E27FC236}">
                <a16:creationId xmlns:a16="http://schemas.microsoft.com/office/drawing/2014/main" id="{853168D2-E9F5-4F13-B582-E2079C2C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7" name="Bar 1 0">
            <a:extLst xmlns:a="http://schemas.openxmlformats.org/drawingml/2006/main">
              <a:ext uri="{FF2B5EF4-FFF2-40B4-BE49-F238E27FC236}">
                <a16:creationId xmlns:a16="http://schemas.microsoft.com/office/drawing/2014/main" id="{C1244A0F-E910-42FE-B010-924D4096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8" name="Bar 1 1">
            <a:extLst xmlns:a="http://schemas.openxmlformats.org/drawingml/2006/main">
              <a:ext uri="{FF2B5EF4-FFF2-40B4-BE49-F238E27FC236}">
                <a16:creationId xmlns:a16="http://schemas.microsoft.com/office/drawing/2014/main" id="{467B4BA6-A4B7-46FA-9EDA-02FB144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9" name="Bar 1 2">
            <a:extLst xmlns:a="http://schemas.openxmlformats.org/drawingml/2006/main">
              <a:ext uri="{FF2B5EF4-FFF2-40B4-BE49-F238E27FC236}">
                <a16:creationId xmlns:a16="http://schemas.microsoft.com/office/drawing/2014/main" id="{222F19B1-D047-4FC5-9D0D-A6BE0767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0" name="Row rule 1">
            <a:extLst xmlns:a="http://schemas.openxmlformats.org/drawingml/2006/main">
              <a:ext uri="{FF2B5EF4-FFF2-40B4-BE49-F238E27FC236}">
                <a16:creationId xmlns:a16="http://schemas.microsoft.com/office/drawing/2014/main" id="{B4F7ECE6-7F3A-4A5E-96F5-D7C4174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335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Task 2">
            <a:extLst xmlns:a="http://schemas.openxmlformats.org/drawingml/2006/main">
              <a:ext uri="{FF2B5EF4-FFF2-40B4-BE49-F238E27FC236}">
                <a16:creationId xmlns:a16="http://schemas.microsoft.com/office/drawing/2014/main" id="{06BB147C-B47C-4CCD-8F0F-2E6AF50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335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BioLangFusion/IsoFormer pilot with DNA</a:t>
            </a:r>
          </a:p>
        </p:txBody>
      </p:sp>
      <p:sp>
        <p:nvSpPr>
          <p:cNvPr id="82" name="Status 2">
            <a:extLst xmlns:a="http://schemas.openxmlformats.org/drawingml/2006/main">
              <a:ext uri="{FF2B5EF4-FFF2-40B4-BE49-F238E27FC236}">
                <a16:creationId xmlns:a16="http://schemas.microsoft.com/office/drawing/2014/main" id="{24C65BBD-2064-4003-B534-0B3ECF3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335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83" name="Week rule 2 2026-09-07">
            <a:extLst xmlns:a="http://schemas.openxmlformats.org/drawingml/2006/main">
              <a:ext uri="{FF2B5EF4-FFF2-40B4-BE49-F238E27FC236}">
                <a16:creationId xmlns:a16="http://schemas.microsoft.com/office/drawing/2014/main" id="{EBB68285-F727-42D4-ACA7-946316E9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Week rule 2 2026-09-14">
            <a:extLst xmlns:a="http://schemas.openxmlformats.org/drawingml/2006/main">
              <a:ext uri="{FF2B5EF4-FFF2-40B4-BE49-F238E27FC236}">
                <a16:creationId xmlns:a16="http://schemas.microsoft.com/office/drawing/2014/main" id="{AB69C08E-92E5-40D3-9739-770AB7B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5" name="Week rule 2 2026-09-21">
            <a:extLst xmlns:a="http://schemas.openxmlformats.org/drawingml/2006/main">
              <a:ext uri="{FF2B5EF4-FFF2-40B4-BE49-F238E27FC236}">
                <a16:creationId xmlns:a16="http://schemas.microsoft.com/office/drawing/2014/main" id="{904B74A1-A6C4-4255-92A7-621935D3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6" name="Week rule 2 2026-09-28">
            <a:extLst xmlns:a="http://schemas.openxmlformats.org/drawingml/2006/main">
              <a:ext uri="{FF2B5EF4-FFF2-40B4-BE49-F238E27FC236}">
                <a16:creationId xmlns:a16="http://schemas.microsoft.com/office/drawing/2014/main" id="{17E35C0E-4780-4ED4-A956-6D1B754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7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17A10EAB-B0A9-45B9-9F3F-391882B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Week rule 2 2026-10-12">
            <a:extLst xmlns:a="http://schemas.openxmlformats.org/drawingml/2006/main">
              <a:ext uri="{FF2B5EF4-FFF2-40B4-BE49-F238E27FC236}">
                <a16:creationId xmlns:a16="http://schemas.microsoft.com/office/drawing/2014/main" id="{A3CB66E6-4337-41F2-B23E-9D21114D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Week rule 2 2026-10-19">
            <a:extLst xmlns:a="http://schemas.openxmlformats.org/drawingml/2006/main">
              <a:ext uri="{FF2B5EF4-FFF2-40B4-BE49-F238E27FC236}">
                <a16:creationId xmlns:a16="http://schemas.microsoft.com/office/drawing/2014/main" id="{3B23EE11-2D70-41AA-80F2-21EEEAE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Week rule 2 2026-10-26">
            <a:extLst xmlns:a="http://schemas.openxmlformats.org/drawingml/2006/main">
              <a:ext uri="{FF2B5EF4-FFF2-40B4-BE49-F238E27FC236}">
                <a16:creationId xmlns:a16="http://schemas.microsoft.com/office/drawing/2014/main" id="{325404A7-0151-4AE9-B543-26EBFBE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1" name="Week rule 2 2026-11-02">
            <a:extLst xmlns:a="http://schemas.openxmlformats.org/drawingml/2006/main">
              <a:ext uri="{FF2B5EF4-FFF2-40B4-BE49-F238E27FC236}">
                <a16:creationId xmlns:a16="http://schemas.microsoft.com/office/drawing/2014/main" id="{F1A2FE38-777C-449E-BCED-0EFCC4B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Week rule 2 2026-11-09">
            <a:extLst xmlns:a="http://schemas.openxmlformats.org/drawingml/2006/main">
              <a:ext uri="{FF2B5EF4-FFF2-40B4-BE49-F238E27FC236}">
                <a16:creationId xmlns:a16="http://schemas.microsoft.com/office/drawing/2014/main" id="{37245BE4-A62C-43CC-8581-D033F0CE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3" name="Week rule 2 2026-11-16">
            <a:extLst xmlns:a="http://schemas.openxmlformats.org/drawingml/2006/main">
              <a:ext uri="{FF2B5EF4-FFF2-40B4-BE49-F238E27FC236}">
                <a16:creationId xmlns:a16="http://schemas.microsoft.com/office/drawing/2014/main" id="{52EB4D2C-8026-4E4F-B1F1-A79CA93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4" name="Week rule 2 2026-11-23">
            <a:extLst xmlns:a="http://schemas.openxmlformats.org/drawingml/2006/main">
              <a:ext uri="{FF2B5EF4-FFF2-40B4-BE49-F238E27FC236}">
                <a16:creationId xmlns:a16="http://schemas.microsoft.com/office/drawing/2014/main" id="{67E2DF64-8142-4641-AA22-D6B0598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5" name="Week rule 2 2026-11-30">
            <a:extLst xmlns:a="http://schemas.openxmlformats.org/drawingml/2006/main">
              <a:ext uri="{FF2B5EF4-FFF2-40B4-BE49-F238E27FC236}">
                <a16:creationId xmlns:a16="http://schemas.microsoft.com/office/drawing/2014/main" id="{956768E6-4F01-4EF8-B07E-271BA3B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6" name="Week rule 2 2026-12-07">
            <a:extLst xmlns:a="http://schemas.openxmlformats.org/drawingml/2006/main">
              <a:ext uri="{FF2B5EF4-FFF2-40B4-BE49-F238E27FC236}">
                <a16:creationId xmlns:a16="http://schemas.microsoft.com/office/drawing/2014/main" id="{22BF9110-2058-458C-ABB0-D4EE1C9F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7" name="Week rule 2 2026-12-14">
            <a:extLst xmlns:a="http://schemas.openxmlformats.org/drawingml/2006/main">
              <a:ext uri="{FF2B5EF4-FFF2-40B4-BE49-F238E27FC236}">
                <a16:creationId xmlns:a16="http://schemas.microsoft.com/office/drawing/2014/main" id="{424080EC-CACC-40AD-95BA-EE2440D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Week rule 2 2026-12-21">
            <a:extLst xmlns:a="http://schemas.openxmlformats.org/drawingml/2006/main">
              <a:ext uri="{FF2B5EF4-FFF2-40B4-BE49-F238E27FC236}">
                <a16:creationId xmlns:a16="http://schemas.microsoft.com/office/drawing/2014/main" id="{92B1747B-B229-4CBA-93D1-AE39EEB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9" name="Week rule 2 2026-12-28">
            <a:extLst xmlns:a="http://schemas.openxmlformats.org/drawingml/2006/main">
              <a:ext uri="{FF2B5EF4-FFF2-40B4-BE49-F238E27FC236}">
                <a16:creationId xmlns:a16="http://schemas.microsoft.com/office/drawing/2014/main" id="{DDC6EB22-7B85-4BA0-80CB-DBFC9E2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0" name="Week rule 2 2027-01-01">
            <a:extLst xmlns:a="http://schemas.openxmlformats.org/drawingml/2006/main">
              <a:ext uri="{FF2B5EF4-FFF2-40B4-BE49-F238E27FC236}">
                <a16:creationId xmlns:a16="http://schemas.microsoft.com/office/drawing/2014/main" id="{1E08A03F-759A-4E7A-A542-7F66A2A3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1" name="Week rule 2 2027-02-01">
            <a:extLst xmlns:a="http://schemas.openxmlformats.org/drawingml/2006/main">
              <a:ext uri="{FF2B5EF4-FFF2-40B4-BE49-F238E27FC236}">
                <a16:creationId xmlns:a16="http://schemas.microsoft.com/office/drawing/2014/main" id="{3465D7E2-655F-4189-AE08-949EE41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2" name="Week rule 2 2027-03-01">
            <a:extLst xmlns:a="http://schemas.openxmlformats.org/drawingml/2006/main">
              <a:ext uri="{FF2B5EF4-FFF2-40B4-BE49-F238E27FC236}">
                <a16:creationId xmlns:a16="http://schemas.microsoft.com/office/drawing/2014/main" id="{B091AF04-9981-44F1-904D-1F3E565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3" name="Bar 2 0">
            <a:extLst xmlns:a="http://schemas.openxmlformats.org/drawingml/2006/main">
              <a:ext uri="{FF2B5EF4-FFF2-40B4-BE49-F238E27FC236}">
                <a16:creationId xmlns:a16="http://schemas.microsoft.com/office/drawing/2014/main" id="{7F2E02BE-C2EA-4CC9-AC82-19BA5BF2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9859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4" name="Row rule 2">
            <a:extLst xmlns:a="http://schemas.openxmlformats.org/drawingml/2006/main">
              <a:ext uri="{FF2B5EF4-FFF2-40B4-BE49-F238E27FC236}">
                <a16:creationId xmlns:a16="http://schemas.microsoft.com/office/drawing/2014/main" id="{52BEB669-504A-41AD-9553-D01C56F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43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5" name="Row tint 3">
            <a:extLst xmlns:a="http://schemas.openxmlformats.org/drawingml/2006/main">
              <a:ext uri="{FF2B5EF4-FFF2-40B4-BE49-F238E27FC236}">
                <a16:creationId xmlns:a16="http://schemas.microsoft.com/office/drawing/2014/main" id="{EDF322DE-7545-4D90-AE8A-502F1ACD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431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6" name="Task 3">
            <a:extLst xmlns:a="http://schemas.openxmlformats.org/drawingml/2006/main">
              <a:ext uri="{FF2B5EF4-FFF2-40B4-BE49-F238E27FC236}">
                <a16:creationId xmlns:a16="http://schemas.microsoft.com/office/drawing/2014/main" id="{6C7A6B7B-6F73-41E7-8AF4-4A31B4A4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431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 5 review and working alignment definition</a:t>
            </a:r>
          </a:p>
        </p:txBody>
      </p:sp>
      <p:sp>
        <p:nvSpPr>
          <p:cNvPr id="107" name="Status 3">
            <a:extLst xmlns:a="http://schemas.openxmlformats.org/drawingml/2006/main">
              <a:ext uri="{FF2B5EF4-FFF2-40B4-BE49-F238E27FC236}">
                <a16:creationId xmlns:a16="http://schemas.microsoft.com/office/drawing/2014/main" id="{EE900371-1BDA-49D6-AD52-9E41F7B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8" name="Week rule 3 2026-09-07">
            <a:extLst xmlns:a="http://schemas.openxmlformats.org/drawingml/2006/main">
              <a:ext uri="{FF2B5EF4-FFF2-40B4-BE49-F238E27FC236}">
                <a16:creationId xmlns:a16="http://schemas.microsoft.com/office/drawing/2014/main" id="{AD5ABD25-FEBB-4933-A210-D45EC42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Week rule 3 2026-09-14">
            <a:extLst xmlns:a="http://schemas.openxmlformats.org/drawingml/2006/main">
              <a:ext uri="{FF2B5EF4-FFF2-40B4-BE49-F238E27FC236}">
                <a16:creationId xmlns:a16="http://schemas.microsoft.com/office/drawing/2014/main" id="{BCD459FD-43F6-4BAA-83FA-97C2A0E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0" name="Week rule 3 2026-09-21">
            <a:extLst xmlns:a="http://schemas.openxmlformats.org/drawingml/2006/main">
              <a:ext uri="{FF2B5EF4-FFF2-40B4-BE49-F238E27FC236}">
                <a16:creationId xmlns:a16="http://schemas.microsoft.com/office/drawing/2014/main" id="{92431CE3-920C-4B40-B5BA-A0A0DC7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Week rule 3 2026-09-28">
            <a:extLst xmlns:a="http://schemas.openxmlformats.org/drawingml/2006/main">
              <a:ext uri="{FF2B5EF4-FFF2-40B4-BE49-F238E27FC236}">
                <a16:creationId xmlns:a16="http://schemas.microsoft.com/office/drawing/2014/main" id="{AF6C4329-DED2-4827-AE51-1B4A566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2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EF310149-B44D-4087-B616-508E06BD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3" name="Week rule 3 2026-10-12">
            <a:extLst xmlns:a="http://schemas.openxmlformats.org/drawingml/2006/main">
              <a:ext uri="{FF2B5EF4-FFF2-40B4-BE49-F238E27FC236}">
                <a16:creationId xmlns:a16="http://schemas.microsoft.com/office/drawing/2014/main" id="{C0AAC4F1-E633-4EFF-BE57-3B37F13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4" name="Week rule 3 2026-10-19">
            <a:extLst xmlns:a="http://schemas.openxmlformats.org/drawingml/2006/main">
              <a:ext uri="{FF2B5EF4-FFF2-40B4-BE49-F238E27FC236}">
                <a16:creationId xmlns:a16="http://schemas.microsoft.com/office/drawing/2014/main" id="{07B91FB7-56B9-4B00-BB4A-555486B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5" name="Week rule 3 2026-10-26">
            <a:extLst xmlns:a="http://schemas.openxmlformats.org/drawingml/2006/main">
              <a:ext uri="{FF2B5EF4-FFF2-40B4-BE49-F238E27FC236}">
                <a16:creationId xmlns:a16="http://schemas.microsoft.com/office/drawing/2014/main" id="{86582084-2887-4126-81B0-7D15C15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6" name="Week rule 3 2026-11-02">
            <a:extLst xmlns:a="http://schemas.openxmlformats.org/drawingml/2006/main">
              <a:ext uri="{FF2B5EF4-FFF2-40B4-BE49-F238E27FC236}">
                <a16:creationId xmlns:a16="http://schemas.microsoft.com/office/drawing/2014/main" id="{B4610F8D-4E51-49BF-9171-34C8594F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7" name="Week rule 3 2026-11-09">
            <a:extLst xmlns:a="http://schemas.openxmlformats.org/drawingml/2006/main">
              <a:ext uri="{FF2B5EF4-FFF2-40B4-BE49-F238E27FC236}">
                <a16:creationId xmlns:a16="http://schemas.microsoft.com/office/drawing/2014/main" id="{3667BEA3-AD88-4A0B-98C1-F9BBF89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8" name="Week rule 3 2026-11-16">
            <a:extLst xmlns:a="http://schemas.openxmlformats.org/drawingml/2006/main">
              <a:ext uri="{FF2B5EF4-FFF2-40B4-BE49-F238E27FC236}">
                <a16:creationId xmlns:a16="http://schemas.microsoft.com/office/drawing/2014/main" id="{A8996494-916E-4FC8-BBA0-CC14A8A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9" name="Week rule 3 2026-11-23">
            <a:extLst xmlns:a="http://schemas.openxmlformats.org/drawingml/2006/main">
              <a:ext uri="{FF2B5EF4-FFF2-40B4-BE49-F238E27FC236}">
                <a16:creationId xmlns:a16="http://schemas.microsoft.com/office/drawing/2014/main" id="{BDD1B7E4-BF5E-45B3-BC6F-B55D5BD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0" name="Week rule 3 2026-11-30">
            <a:extLst xmlns:a="http://schemas.openxmlformats.org/drawingml/2006/main">
              <a:ext uri="{FF2B5EF4-FFF2-40B4-BE49-F238E27FC236}">
                <a16:creationId xmlns:a16="http://schemas.microsoft.com/office/drawing/2014/main" id="{15AAAB2A-2D66-4B34-8EFA-AF6E0A9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1" name="Week rule 3 2026-12-07">
            <a:extLst xmlns:a="http://schemas.openxmlformats.org/drawingml/2006/main">
              <a:ext uri="{FF2B5EF4-FFF2-40B4-BE49-F238E27FC236}">
                <a16:creationId xmlns:a16="http://schemas.microsoft.com/office/drawing/2014/main" id="{72B74DD6-8E1E-491A-91B0-0E0CC85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2" name="Week rule 3 2026-12-14">
            <a:extLst xmlns:a="http://schemas.openxmlformats.org/drawingml/2006/main">
              <a:ext uri="{FF2B5EF4-FFF2-40B4-BE49-F238E27FC236}">
                <a16:creationId xmlns:a16="http://schemas.microsoft.com/office/drawing/2014/main" id="{86C67359-180B-460F-A1E5-140D329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3" name="Week rule 3 2026-12-21">
            <a:extLst xmlns:a="http://schemas.openxmlformats.org/drawingml/2006/main">
              <a:ext uri="{FF2B5EF4-FFF2-40B4-BE49-F238E27FC236}">
                <a16:creationId xmlns:a16="http://schemas.microsoft.com/office/drawing/2014/main" id="{7022729F-A53C-4754-8692-D9D327F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4" name="Week rule 3 2026-12-28">
            <a:extLst xmlns:a="http://schemas.openxmlformats.org/drawingml/2006/main">
              <a:ext uri="{FF2B5EF4-FFF2-40B4-BE49-F238E27FC236}">
                <a16:creationId xmlns:a16="http://schemas.microsoft.com/office/drawing/2014/main" id="{74419C22-CDFE-4E46-A359-70ECD23D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5" name="Week rule 3 2027-01-01">
            <a:extLst xmlns:a="http://schemas.openxmlformats.org/drawingml/2006/main">
              <a:ext uri="{FF2B5EF4-FFF2-40B4-BE49-F238E27FC236}">
                <a16:creationId xmlns:a16="http://schemas.microsoft.com/office/drawing/2014/main" id="{806FCE6A-89A8-47BC-8742-E7BDFA10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6" name="Week rule 3 2027-02-01">
            <a:extLst xmlns:a="http://schemas.openxmlformats.org/drawingml/2006/main">
              <a:ext uri="{FF2B5EF4-FFF2-40B4-BE49-F238E27FC236}">
                <a16:creationId xmlns:a16="http://schemas.microsoft.com/office/drawing/2014/main" id="{D620BBC8-B46A-4A0A-82DE-67BFB3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7" name="Week rule 3 2027-03-01">
            <a:extLst xmlns:a="http://schemas.openxmlformats.org/drawingml/2006/main">
              <a:ext uri="{FF2B5EF4-FFF2-40B4-BE49-F238E27FC236}">
                <a16:creationId xmlns:a16="http://schemas.microsoft.com/office/drawing/2014/main" id="{EBDA34F3-4B43-4EA7-A3EF-EC78F77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8" name="Milestone 13">
            <a:extLst xmlns:a="http://schemas.openxmlformats.org/drawingml/2006/main">
              <a:ext uri="{FF2B5EF4-FFF2-40B4-BE49-F238E27FC236}">
                <a16:creationId xmlns:a16="http://schemas.microsoft.com/office/drawing/2014/main" id="{6DA958B9-8512-4714-AE4E-39E82897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461" y="22002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9" name="Row rule 3">
            <a:extLst xmlns:a="http://schemas.openxmlformats.org/drawingml/2006/main">
              <a:ext uri="{FF2B5EF4-FFF2-40B4-BE49-F238E27FC236}">
                <a16:creationId xmlns:a16="http://schemas.microsoft.com/office/drawing/2014/main" id="{365E956D-3A3F-4CF3-BA13-F7818A53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52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0" name="Task 4">
            <a:extLst xmlns:a="http://schemas.openxmlformats.org/drawingml/2006/main">
              <a:ext uri="{FF2B5EF4-FFF2-40B4-BE49-F238E27FC236}">
                <a16:creationId xmlns:a16="http://schemas.microsoft.com/office/drawing/2014/main" id="{461C74BB-F5A0-4D73-BFCF-C0BD1F6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526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Feedback revisions and comparison protocol</a:t>
            </a:r>
          </a:p>
        </p:txBody>
      </p:sp>
      <p:sp>
        <p:nvSpPr>
          <p:cNvPr id="131" name="Status 4">
            <a:extLst xmlns:a="http://schemas.openxmlformats.org/drawingml/2006/main">
              <a:ext uri="{FF2B5EF4-FFF2-40B4-BE49-F238E27FC236}">
                <a16:creationId xmlns:a16="http://schemas.microsoft.com/office/drawing/2014/main" id="{D9958C67-6039-4B36-883F-997F60E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52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2" name="Week rule 4 2026-09-07">
            <a:extLst xmlns:a="http://schemas.openxmlformats.org/drawingml/2006/main">
              <a:ext uri="{FF2B5EF4-FFF2-40B4-BE49-F238E27FC236}">
                <a16:creationId xmlns:a16="http://schemas.microsoft.com/office/drawing/2014/main" id="{AD14EE39-0772-4764-9068-62D8CF7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3" name="Week rule 4 2026-09-14">
            <a:extLst xmlns:a="http://schemas.openxmlformats.org/drawingml/2006/main">
              <a:ext uri="{FF2B5EF4-FFF2-40B4-BE49-F238E27FC236}">
                <a16:creationId xmlns:a16="http://schemas.microsoft.com/office/drawing/2014/main" id="{B5F84E4A-2F99-4CF7-A86B-B3DCDBA9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4" name="Week rule 4 2026-09-21">
            <a:extLst xmlns:a="http://schemas.openxmlformats.org/drawingml/2006/main">
              <a:ext uri="{FF2B5EF4-FFF2-40B4-BE49-F238E27FC236}">
                <a16:creationId xmlns:a16="http://schemas.microsoft.com/office/drawing/2014/main" id="{43129899-7E8C-4CBF-B422-8D1FA4E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5" name="Week rule 4 2026-09-28">
            <a:extLst xmlns:a="http://schemas.openxmlformats.org/drawingml/2006/main">
              <a:ext uri="{FF2B5EF4-FFF2-40B4-BE49-F238E27FC236}">
                <a16:creationId xmlns:a16="http://schemas.microsoft.com/office/drawing/2014/main" id="{E05C27E3-EA84-4130-8BB4-79650B0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6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E0AE635A-2707-43CB-858C-BB30CA7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7" name="Week rule 4 2026-10-12">
            <a:extLst xmlns:a="http://schemas.openxmlformats.org/drawingml/2006/main">
              <a:ext uri="{FF2B5EF4-FFF2-40B4-BE49-F238E27FC236}">
                <a16:creationId xmlns:a16="http://schemas.microsoft.com/office/drawing/2014/main" id="{1D1B37CB-183D-4BC8-8AAD-74983FD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8" name="Week rule 4 2026-10-19">
            <a:extLst xmlns:a="http://schemas.openxmlformats.org/drawingml/2006/main">
              <a:ext uri="{FF2B5EF4-FFF2-40B4-BE49-F238E27FC236}">
                <a16:creationId xmlns:a16="http://schemas.microsoft.com/office/drawing/2014/main" id="{EDE6EE56-172A-4211-9689-899589A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9" name="Week rule 4 2026-10-26">
            <a:extLst xmlns:a="http://schemas.openxmlformats.org/drawingml/2006/main">
              <a:ext uri="{FF2B5EF4-FFF2-40B4-BE49-F238E27FC236}">
                <a16:creationId xmlns:a16="http://schemas.microsoft.com/office/drawing/2014/main" id="{A05BB291-5273-4231-A9C9-6151B03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0" name="Week rule 4 2026-11-02">
            <a:extLst xmlns:a="http://schemas.openxmlformats.org/drawingml/2006/main">
              <a:ext uri="{FF2B5EF4-FFF2-40B4-BE49-F238E27FC236}">
                <a16:creationId xmlns:a16="http://schemas.microsoft.com/office/drawing/2014/main" id="{8C5D7525-DA7F-4AAE-986A-350CB28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1" name="Week rule 4 2026-11-09">
            <a:extLst xmlns:a="http://schemas.openxmlformats.org/drawingml/2006/main">
              <a:ext uri="{FF2B5EF4-FFF2-40B4-BE49-F238E27FC236}">
                <a16:creationId xmlns:a16="http://schemas.microsoft.com/office/drawing/2014/main" id="{C5F7B71C-6CBD-4E60-B15F-B814173E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2" name="Week rule 4 2026-11-16">
            <a:extLst xmlns:a="http://schemas.openxmlformats.org/drawingml/2006/main">
              <a:ext uri="{FF2B5EF4-FFF2-40B4-BE49-F238E27FC236}">
                <a16:creationId xmlns:a16="http://schemas.microsoft.com/office/drawing/2014/main" id="{5B0B51ED-4BF5-40EB-9D72-4FA1F79A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3" name="Week rule 4 2026-11-23">
            <a:extLst xmlns:a="http://schemas.openxmlformats.org/drawingml/2006/main">
              <a:ext uri="{FF2B5EF4-FFF2-40B4-BE49-F238E27FC236}">
                <a16:creationId xmlns:a16="http://schemas.microsoft.com/office/drawing/2014/main" id="{37CF725B-1444-4613-BD3A-E42EB54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4" name="Week rule 4 2026-11-30">
            <a:extLst xmlns:a="http://schemas.openxmlformats.org/drawingml/2006/main">
              <a:ext uri="{FF2B5EF4-FFF2-40B4-BE49-F238E27FC236}">
                <a16:creationId xmlns:a16="http://schemas.microsoft.com/office/drawing/2014/main" id="{74776C7B-AD4E-4641-AB16-BB31BE8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5" name="Week rule 4 2026-12-07">
            <a:extLst xmlns:a="http://schemas.openxmlformats.org/drawingml/2006/main">
              <a:ext uri="{FF2B5EF4-FFF2-40B4-BE49-F238E27FC236}">
                <a16:creationId xmlns:a16="http://schemas.microsoft.com/office/drawing/2014/main" id="{3C7D80D2-5A0B-4460-9727-84D9FB7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6" name="Week rule 4 2026-12-14">
            <a:extLst xmlns:a="http://schemas.openxmlformats.org/drawingml/2006/main">
              <a:ext uri="{FF2B5EF4-FFF2-40B4-BE49-F238E27FC236}">
                <a16:creationId xmlns:a16="http://schemas.microsoft.com/office/drawing/2014/main" id="{0EF25CF2-9747-435F-8062-AAAA44F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7" name="Week rule 4 2026-12-21">
            <a:extLst xmlns:a="http://schemas.openxmlformats.org/drawingml/2006/main">
              <a:ext uri="{FF2B5EF4-FFF2-40B4-BE49-F238E27FC236}">
                <a16:creationId xmlns:a16="http://schemas.microsoft.com/office/drawing/2014/main" id="{E042239A-6047-4788-94C2-B8EFA3D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8" name="Week rule 4 2026-12-28">
            <a:extLst xmlns:a="http://schemas.openxmlformats.org/drawingml/2006/main">
              <a:ext uri="{FF2B5EF4-FFF2-40B4-BE49-F238E27FC236}">
                <a16:creationId xmlns:a16="http://schemas.microsoft.com/office/drawing/2014/main" id="{331014D7-E0EC-4096-8233-8C4FBF0C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9" name="Week rule 4 2027-01-01">
            <a:extLst xmlns:a="http://schemas.openxmlformats.org/drawingml/2006/main">
              <a:ext uri="{FF2B5EF4-FFF2-40B4-BE49-F238E27FC236}">
                <a16:creationId xmlns:a16="http://schemas.microsoft.com/office/drawing/2014/main" id="{A3177280-6C7D-48B3-BD46-BF712F1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0" name="Week rule 4 2027-02-01">
            <a:extLst xmlns:a="http://schemas.openxmlformats.org/drawingml/2006/main">
              <a:ext uri="{FF2B5EF4-FFF2-40B4-BE49-F238E27FC236}">
                <a16:creationId xmlns:a16="http://schemas.microsoft.com/office/drawing/2014/main" id="{EDF2D1D4-EFEB-432A-95F2-1AEBF90A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1" name="Week rule 4 2027-03-01">
            <a:extLst xmlns:a="http://schemas.openxmlformats.org/drawingml/2006/main">
              <a:ext uri="{FF2B5EF4-FFF2-40B4-BE49-F238E27FC236}">
                <a16:creationId xmlns:a16="http://schemas.microsoft.com/office/drawing/2014/main" id="{3413AD93-BB1A-46E9-BE02-72AE9070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2" name="Bar 4 0">
            <a:extLst xmlns:a="http://schemas.openxmlformats.org/drawingml/2006/main">
              <a:ext uri="{FF2B5EF4-FFF2-40B4-BE49-F238E27FC236}">
                <a16:creationId xmlns:a16="http://schemas.microsoft.com/office/drawing/2014/main" id="{C9DC9DDB-C4FB-4BD5-BC05-C1CC414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4050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3" name="Row rule 4">
            <a:extLst xmlns:a="http://schemas.openxmlformats.org/drawingml/2006/main">
              <a:ext uri="{FF2B5EF4-FFF2-40B4-BE49-F238E27FC236}">
                <a16:creationId xmlns:a16="http://schemas.microsoft.com/office/drawing/2014/main" id="{09C2831E-13D1-4BC6-B899-1A459F8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4" name="Section Stage 2 | Experiments and interpretation">
            <a:extLst xmlns:a="http://schemas.openxmlformats.org/drawingml/2006/main">
              <a:ext uri="{FF2B5EF4-FFF2-40B4-BE49-F238E27FC236}">
                <a16:creationId xmlns:a16="http://schemas.microsoft.com/office/drawing/2014/main" id="{65EBE111-8C13-4FB7-9A33-B6622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5" name="Section title Stage 2 | Experiments and interpretation">
            <a:extLst xmlns:a="http://schemas.openxmlformats.org/drawingml/2006/main">
              <a:ext uri="{FF2B5EF4-FFF2-40B4-BE49-F238E27FC236}">
                <a16:creationId xmlns:a16="http://schemas.microsoft.com/office/drawing/2014/main" id="{03989A68-39C7-4B9F-93C9-F8D619C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2 | Experiments and interpretation</a:t>
            </a:r>
          </a:p>
        </p:txBody>
      </p:sp>
      <p:sp>
        <p:nvSpPr>
          <p:cNvPr id="156" name="Row tint 5">
            <a:extLst xmlns:a="http://schemas.openxmlformats.org/drawingml/2006/main">
              <a:ext uri="{FF2B5EF4-FFF2-40B4-BE49-F238E27FC236}">
                <a16:creationId xmlns:a16="http://schemas.microsoft.com/office/drawing/2014/main" id="{254372CC-B409-4D20-A659-1C4D91D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7" name="Task 5">
            <a:extLst xmlns:a="http://schemas.openxmlformats.org/drawingml/2006/main">
              <a:ext uri="{FF2B5EF4-FFF2-40B4-BE49-F238E27FC236}">
                <a16:creationId xmlns:a16="http://schemas.microsoft.com/office/drawing/2014/main" id="{B305DC1F-3EDE-4497-8723-A31049C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908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and Coupled Mamba comparisons</a:t>
            </a:r>
          </a:p>
        </p:txBody>
      </p:sp>
      <p:sp>
        <p:nvSpPr>
          <p:cNvPr id="158" name="Status 5">
            <a:extLst xmlns:a="http://schemas.openxmlformats.org/drawingml/2006/main">
              <a:ext uri="{FF2B5EF4-FFF2-40B4-BE49-F238E27FC236}">
                <a16:creationId xmlns:a16="http://schemas.microsoft.com/office/drawing/2014/main" id="{445C9DAD-3ECB-40D9-891F-EF6B23C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908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59" name="Week rule 5 2026-09-07">
            <a:extLst xmlns:a="http://schemas.openxmlformats.org/drawingml/2006/main">
              <a:ext uri="{FF2B5EF4-FFF2-40B4-BE49-F238E27FC236}">
                <a16:creationId xmlns:a16="http://schemas.microsoft.com/office/drawing/2014/main" id="{63D492D7-D656-4CBE-9A67-273E9910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0" name="Week rule 5 2026-09-14">
            <a:extLst xmlns:a="http://schemas.openxmlformats.org/drawingml/2006/main">
              <a:ext uri="{FF2B5EF4-FFF2-40B4-BE49-F238E27FC236}">
                <a16:creationId xmlns:a16="http://schemas.microsoft.com/office/drawing/2014/main" id="{B5A21EA5-B25F-4824-B18D-F722C22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1" name="Week rule 5 2026-09-21">
            <a:extLst xmlns:a="http://schemas.openxmlformats.org/drawingml/2006/main">
              <a:ext uri="{FF2B5EF4-FFF2-40B4-BE49-F238E27FC236}">
                <a16:creationId xmlns:a16="http://schemas.microsoft.com/office/drawing/2014/main" id="{226B01F7-E056-4FE9-B667-48BAA6D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2" name="Week rule 5 2026-09-28">
            <a:extLst xmlns:a="http://schemas.openxmlformats.org/drawingml/2006/main">
              <a:ext uri="{FF2B5EF4-FFF2-40B4-BE49-F238E27FC236}">
                <a16:creationId xmlns:a16="http://schemas.microsoft.com/office/drawing/2014/main" id="{606D0FFD-B51B-4656-B9B3-73C0023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3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77279E66-BE28-435C-95A5-59303F6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4" name="Week rule 5 2026-10-12">
            <a:extLst xmlns:a="http://schemas.openxmlformats.org/drawingml/2006/main">
              <a:ext uri="{FF2B5EF4-FFF2-40B4-BE49-F238E27FC236}">
                <a16:creationId xmlns:a16="http://schemas.microsoft.com/office/drawing/2014/main" id="{0DF7F1D0-3A02-442F-BCC3-A400D1E5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5" name="Week rule 5 2026-10-19">
            <a:extLst xmlns:a="http://schemas.openxmlformats.org/drawingml/2006/main">
              <a:ext uri="{FF2B5EF4-FFF2-40B4-BE49-F238E27FC236}">
                <a16:creationId xmlns:a16="http://schemas.microsoft.com/office/drawing/2014/main" id="{2816DA90-F970-4D77-9150-DA98FE4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6" name="Week rule 5 2026-10-26">
            <a:extLst xmlns:a="http://schemas.openxmlformats.org/drawingml/2006/main">
              <a:ext uri="{FF2B5EF4-FFF2-40B4-BE49-F238E27FC236}">
                <a16:creationId xmlns:a16="http://schemas.microsoft.com/office/drawing/2014/main" id="{F827D614-0971-4FFE-A486-EBF5B9A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7" name="Week rule 5 2026-11-02">
            <a:extLst xmlns:a="http://schemas.openxmlformats.org/drawingml/2006/main">
              <a:ext uri="{FF2B5EF4-FFF2-40B4-BE49-F238E27FC236}">
                <a16:creationId xmlns:a16="http://schemas.microsoft.com/office/drawing/2014/main" id="{BF0B893C-C2C9-4CFD-BC62-50AAB96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8" name="Week rule 5 2026-11-09">
            <a:extLst xmlns:a="http://schemas.openxmlformats.org/drawingml/2006/main">
              <a:ext uri="{FF2B5EF4-FFF2-40B4-BE49-F238E27FC236}">
                <a16:creationId xmlns:a16="http://schemas.microsoft.com/office/drawing/2014/main" id="{1357DE2D-BAE5-4F43-9F95-F53415D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9" name="Week rule 5 2026-11-16">
            <a:extLst xmlns:a="http://schemas.openxmlformats.org/drawingml/2006/main">
              <a:ext uri="{FF2B5EF4-FFF2-40B4-BE49-F238E27FC236}">
                <a16:creationId xmlns:a16="http://schemas.microsoft.com/office/drawing/2014/main" id="{30E70742-7AF9-4146-8412-D5C6671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0" name="Week rule 5 2026-11-23">
            <a:extLst xmlns:a="http://schemas.openxmlformats.org/drawingml/2006/main">
              <a:ext uri="{FF2B5EF4-FFF2-40B4-BE49-F238E27FC236}">
                <a16:creationId xmlns:a16="http://schemas.microsoft.com/office/drawing/2014/main" id="{B05EC687-2163-442A-8527-C5D4333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1" name="Week rule 5 2026-11-30">
            <a:extLst xmlns:a="http://schemas.openxmlformats.org/drawingml/2006/main">
              <a:ext uri="{FF2B5EF4-FFF2-40B4-BE49-F238E27FC236}">
                <a16:creationId xmlns:a16="http://schemas.microsoft.com/office/drawing/2014/main" id="{408CBB8B-4D40-4067-AD33-6342C4B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2" name="Week rule 5 2026-12-07">
            <a:extLst xmlns:a="http://schemas.openxmlformats.org/drawingml/2006/main">
              <a:ext uri="{FF2B5EF4-FFF2-40B4-BE49-F238E27FC236}">
                <a16:creationId xmlns:a16="http://schemas.microsoft.com/office/drawing/2014/main" id="{4A5334B5-F810-494F-8824-BC31E47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3" name="Week rule 5 2026-12-14">
            <a:extLst xmlns:a="http://schemas.openxmlformats.org/drawingml/2006/main">
              <a:ext uri="{FF2B5EF4-FFF2-40B4-BE49-F238E27FC236}">
                <a16:creationId xmlns:a16="http://schemas.microsoft.com/office/drawing/2014/main" id="{CE9C5D0C-E2FC-44A7-B92F-EAD03A8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4" name="Week rule 5 2026-12-21">
            <a:extLst xmlns:a="http://schemas.openxmlformats.org/drawingml/2006/main">
              <a:ext uri="{FF2B5EF4-FFF2-40B4-BE49-F238E27FC236}">
                <a16:creationId xmlns:a16="http://schemas.microsoft.com/office/drawing/2014/main" id="{90F69084-84BD-4BBD-B040-1F211C8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5" name="Week rule 5 2026-12-28">
            <a:extLst xmlns:a="http://schemas.openxmlformats.org/drawingml/2006/main">
              <a:ext uri="{FF2B5EF4-FFF2-40B4-BE49-F238E27FC236}">
                <a16:creationId xmlns:a16="http://schemas.microsoft.com/office/drawing/2014/main" id="{319CB8F7-46B1-4CD3-827C-2CDA957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6" name="Week rule 5 2027-01-01">
            <a:extLst xmlns:a="http://schemas.openxmlformats.org/drawingml/2006/main">
              <a:ext uri="{FF2B5EF4-FFF2-40B4-BE49-F238E27FC236}">
                <a16:creationId xmlns:a16="http://schemas.microsoft.com/office/drawing/2014/main" id="{1C1590E1-5DF5-4EA1-8463-92D51C8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7" name="Week rule 5 2027-02-01">
            <a:extLst xmlns:a="http://schemas.openxmlformats.org/drawingml/2006/main">
              <a:ext uri="{FF2B5EF4-FFF2-40B4-BE49-F238E27FC236}">
                <a16:creationId xmlns:a16="http://schemas.microsoft.com/office/drawing/2014/main" id="{23AF98FD-4C57-4EFC-9236-1368B5E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8" name="Week rule 5 2027-03-01">
            <a:extLst xmlns:a="http://schemas.openxmlformats.org/drawingml/2006/main">
              <a:ext uri="{FF2B5EF4-FFF2-40B4-BE49-F238E27FC236}">
                <a16:creationId xmlns:a16="http://schemas.microsoft.com/office/drawing/2014/main" id="{4E819A87-4DA5-4F8E-BB7D-DF582039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9" name="Bar 5 0">
            <a:extLst xmlns:a="http://schemas.openxmlformats.org/drawingml/2006/main">
              <a:ext uri="{FF2B5EF4-FFF2-40B4-BE49-F238E27FC236}">
                <a16:creationId xmlns:a16="http://schemas.microsoft.com/office/drawing/2014/main" id="{D89D49B0-B049-4CE2-AF7A-F6C3D7F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0" name="Bar 5 1">
            <a:extLst xmlns:a="http://schemas.openxmlformats.org/drawingml/2006/main">
              <a:ext uri="{FF2B5EF4-FFF2-40B4-BE49-F238E27FC236}">
                <a16:creationId xmlns:a16="http://schemas.microsoft.com/office/drawing/2014/main" id="{40832F19-6A14-4C38-90DB-2A4F20E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1" name="Bar 5 2">
            <a:extLst xmlns:a="http://schemas.openxmlformats.org/drawingml/2006/main">
              <a:ext uri="{FF2B5EF4-FFF2-40B4-BE49-F238E27FC236}">
                <a16:creationId xmlns:a16="http://schemas.microsoft.com/office/drawing/2014/main" id="{76033783-E108-4ECA-9BEF-D530F4A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2" name="Bar 5 3">
            <a:extLst xmlns:a="http://schemas.openxmlformats.org/drawingml/2006/main">
              <a:ext uri="{FF2B5EF4-FFF2-40B4-BE49-F238E27FC236}">
                <a16:creationId xmlns:a16="http://schemas.microsoft.com/office/drawing/2014/main" id="{66BC0AD0-C418-41F9-9D9C-B9AC811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3" name="Bar 5 4">
            <a:extLst xmlns:a="http://schemas.openxmlformats.org/drawingml/2006/main">
              <a:ext uri="{FF2B5EF4-FFF2-40B4-BE49-F238E27FC236}">
                <a16:creationId xmlns:a16="http://schemas.microsoft.com/office/drawing/2014/main" id="{125DE975-794C-445F-B4F9-86DB04B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4" name="Row rule 5">
            <a:extLst xmlns:a="http://schemas.openxmlformats.org/drawingml/2006/main">
              <a:ext uri="{FF2B5EF4-FFF2-40B4-BE49-F238E27FC236}">
                <a16:creationId xmlns:a16="http://schemas.microsoft.com/office/drawing/2014/main" id="{89BD2889-DDF4-4A25-8276-64CB604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5" name="Task 6">
            <a:extLst xmlns:a="http://schemas.openxmlformats.org/drawingml/2006/main">
              <a:ext uri="{FF2B5EF4-FFF2-40B4-BE49-F238E27FC236}">
                <a16:creationId xmlns:a16="http://schemas.microsoft.com/office/drawing/2014/main" id="{CB69D114-2943-4FC1-89B9-F9C991D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003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Controls, repeated runs and interpretation</a:t>
            </a:r>
          </a:p>
        </p:txBody>
      </p:sp>
      <p:sp>
        <p:nvSpPr>
          <p:cNvPr id="186" name="Status 6">
            <a:extLst xmlns:a="http://schemas.openxmlformats.org/drawingml/2006/main">
              <a:ext uri="{FF2B5EF4-FFF2-40B4-BE49-F238E27FC236}">
                <a16:creationId xmlns:a16="http://schemas.microsoft.com/office/drawing/2014/main" id="{C1B3345C-FD2C-4226-B280-7169E80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87" name="Week rule 6 2026-09-07">
            <a:extLst xmlns:a="http://schemas.openxmlformats.org/drawingml/2006/main">
              <a:ext uri="{FF2B5EF4-FFF2-40B4-BE49-F238E27FC236}">
                <a16:creationId xmlns:a16="http://schemas.microsoft.com/office/drawing/2014/main" id="{28CA5B5D-D322-479D-8101-F45196A2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8" name="Week rule 6 2026-09-14">
            <a:extLst xmlns:a="http://schemas.openxmlformats.org/drawingml/2006/main">
              <a:ext uri="{FF2B5EF4-FFF2-40B4-BE49-F238E27FC236}">
                <a16:creationId xmlns:a16="http://schemas.microsoft.com/office/drawing/2014/main" id="{DB027FFA-0765-41CB-9EC7-82F77D4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9" name="Week rule 6 2026-09-21">
            <a:extLst xmlns:a="http://schemas.openxmlformats.org/drawingml/2006/main">
              <a:ext uri="{FF2B5EF4-FFF2-40B4-BE49-F238E27FC236}">
                <a16:creationId xmlns:a16="http://schemas.microsoft.com/office/drawing/2014/main" id="{B17D708A-0E8C-441B-8E8E-F124FD1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0" name="Week rule 6 2026-09-28">
            <a:extLst xmlns:a="http://schemas.openxmlformats.org/drawingml/2006/main">
              <a:ext uri="{FF2B5EF4-FFF2-40B4-BE49-F238E27FC236}">
                <a16:creationId xmlns:a16="http://schemas.microsoft.com/office/drawing/2014/main" id="{9E6FD281-B822-48CD-9D7C-FCFD7521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1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20BC82D5-AAFE-444A-ABCC-78F399F3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2" name="Week rule 6 2026-10-12">
            <a:extLst xmlns:a="http://schemas.openxmlformats.org/drawingml/2006/main">
              <a:ext uri="{FF2B5EF4-FFF2-40B4-BE49-F238E27FC236}">
                <a16:creationId xmlns:a16="http://schemas.microsoft.com/office/drawing/2014/main" id="{41DAE037-EE3C-4B16-8E0E-8597D9A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3" name="Week rule 6 2026-10-19">
            <a:extLst xmlns:a="http://schemas.openxmlformats.org/drawingml/2006/main">
              <a:ext uri="{FF2B5EF4-FFF2-40B4-BE49-F238E27FC236}">
                <a16:creationId xmlns:a16="http://schemas.microsoft.com/office/drawing/2014/main" id="{496EED19-C21F-4080-AE8D-CB88CC1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4" name="Week rule 6 2026-10-26">
            <a:extLst xmlns:a="http://schemas.openxmlformats.org/drawingml/2006/main">
              <a:ext uri="{FF2B5EF4-FFF2-40B4-BE49-F238E27FC236}">
                <a16:creationId xmlns:a16="http://schemas.microsoft.com/office/drawing/2014/main" id="{3AFA86A3-D53A-450E-917E-8BB777E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5" name="Week rule 6 2026-11-02">
            <a:extLst xmlns:a="http://schemas.openxmlformats.org/drawingml/2006/main">
              <a:ext uri="{FF2B5EF4-FFF2-40B4-BE49-F238E27FC236}">
                <a16:creationId xmlns:a16="http://schemas.microsoft.com/office/drawing/2014/main" id="{C4B60F0E-59D8-4E5D-A72D-E9D66C4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6" name="Week rule 6 2026-11-09">
            <a:extLst xmlns:a="http://schemas.openxmlformats.org/drawingml/2006/main">
              <a:ext uri="{FF2B5EF4-FFF2-40B4-BE49-F238E27FC236}">
                <a16:creationId xmlns:a16="http://schemas.microsoft.com/office/drawing/2014/main" id="{EECFDD5A-2474-4304-BEF3-7DB73B6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7" name="Week rule 6 2026-11-16">
            <a:extLst xmlns:a="http://schemas.openxmlformats.org/drawingml/2006/main">
              <a:ext uri="{FF2B5EF4-FFF2-40B4-BE49-F238E27FC236}">
                <a16:creationId xmlns:a16="http://schemas.microsoft.com/office/drawing/2014/main" id="{9025D92F-5A51-44AF-BDC8-A828915F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8" name="Week rule 6 2026-11-23">
            <a:extLst xmlns:a="http://schemas.openxmlformats.org/drawingml/2006/main">
              <a:ext uri="{FF2B5EF4-FFF2-40B4-BE49-F238E27FC236}">
                <a16:creationId xmlns:a16="http://schemas.microsoft.com/office/drawing/2014/main" id="{8877DDE0-46B8-4080-9604-5F45F07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9" name="Week rule 6 2026-11-30">
            <a:extLst xmlns:a="http://schemas.openxmlformats.org/drawingml/2006/main">
              <a:ext uri="{FF2B5EF4-FFF2-40B4-BE49-F238E27FC236}">
                <a16:creationId xmlns:a16="http://schemas.microsoft.com/office/drawing/2014/main" id="{AFB8DD25-151E-48E3-88F8-2CF9E3A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0" name="Week rule 6 2026-12-07">
            <a:extLst xmlns:a="http://schemas.openxmlformats.org/drawingml/2006/main">
              <a:ext uri="{FF2B5EF4-FFF2-40B4-BE49-F238E27FC236}">
                <a16:creationId xmlns:a16="http://schemas.microsoft.com/office/drawing/2014/main" id="{2CB99650-0749-4029-9472-F922F23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1" name="Week rule 6 2026-12-14">
            <a:extLst xmlns:a="http://schemas.openxmlformats.org/drawingml/2006/main">
              <a:ext uri="{FF2B5EF4-FFF2-40B4-BE49-F238E27FC236}">
                <a16:creationId xmlns:a16="http://schemas.microsoft.com/office/drawing/2014/main" id="{8C950906-974A-4B31-9B72-CD62BB16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2" name="Week rule 6 2026-12-21">
            <a:extLst xmlns:a="http://schemas.openxmlformats.org/drawingml/2006/main">
              <a:ext uri="{FF2B5EF4-FFF2-40B4-BE49-F238E27FC236}">
                <a16:creationId xmlns:a16="http://schemas.microsoft.com/office/drawing/2014/main" id="{2302171D-7318-4674-AAEA-6A1313C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3" name="Week rule 6 2026-12-28">
            <a:extLst xmlns:a="http://schemas.openxmlformats.org/drawingml/2006/main">
              <a:ext uri="{FF2B5EF4-FFF2-40B4-BE49-F238E27FC236}">
                <a16:creationId xmlns:a16="http://schemas.microsoft.com/office/drawing/2014/main" id="{07B36B97-CF8F-4CFF-821A-FA28C40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4" name="Week rule 6 2027-01-01">
            <a:extLst xmlns:a="http://schemas.openxmlformats.org/drawingml/2006/main">
              <a:ext uri="{FF2B5EF4-FFF2-40B4-BE49-F238E27FC236}">
                <a16:creationId xmlns:a16="http://schemas.microsoft.com/office/drawing/2014/main" id="{62EEE37E-DC62-4BE0-A39F-9D0088A8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5" name="Week rule 6 2027-02-01">
            <a:extLst xmlns:a="http://schemas.openxmlformats.org/drawingml/2006/main">
              <a:ext uri="{FF2B5EF4-FFF2-40B4-BE49-F238E27FC236}">
                <a16:creationId xmlns:a16="http://schemas.microsoft.com/office/drawing/2014/main" id="{BD20DA56-3E44-4A21-8F36-70C95BB0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6" name="Week rule 6 2027-03-01">
            <a:extLst xmlns:a="http://schemas.openxmlformats.org/drawingml/2006/main">
              <a:ext uri="{FF2B5EF4-FFF2-40B4-BE49-F238E27FC236}">
                <a16:creationId xmlns:a16="http://schemas.microsoft.com/office/drawing/2014/main" id="{14ACBF0C-7CFF-4364-87E6-EE2E366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7" name="Bar 6 0">
            <a:extLst xmlns:a="http://schemas.openxmlformats.org/drawingml/2006/main">
              <a:ext uri="{FF2B5EF4-FFF2-40B4-BE49-F238E27FC236}">
                <a16:creationId xmlns:a16="http://schemas.microsoft.com/office/drawing/2014/main" id="{EF1F0254-7FA1-4053-9DA8-FF8337B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8" name="Bar 6 1">
            <a:extLst xmlns:a="http://schemas.openxmlformats.org/drawingml/2006/main">
              <a:ext uri="{FF2B5EF4-FFF2-40B4-BE49-F238E27FC236}">
                <a16:creationId xmlns:a16="http://schemas.microsoft.com/office/drawing/2014/main" id="{3B3E7B02-3F17-49CD-9D83-70689EC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9" name="Bar 6 2">
            <a:extLst xmlns:a="http://schemas.openxmlformats.org/drawingml/2006/main">
              <a:ext uri="{FF2B5EF4-FFF2-40B4-BE49-F238E27FC236}">
                <a16:creationId xmlns:a16="http://schemas.microsoft.com/office/drawing/2014/main" id="{FE521EB5-3B77-4C40-BED3-F55DE69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0" name="Bar 6 3">
            <a:extLst xmlns:a="http://schemas.openxmlformats.org/drawingml/2006/main">
              <a:ext uri="{FF2B5EF4-FFF2-40B4-BE49-F238E27FC236}">
                <a16:creationId xmlns:a16="http://schemas.microsoft.com/office/drawing/2014/main" id="{0F8C11C4-0C4E-455C-826B-0F93F3B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1" name="Bar 6 4">
            <a:extLst xmlns:a="http://schemas.openxmlformats.org/drawingml/2006/main">
              <a:ext uri="{FF2B5EF4-FFF2-40B4-BE49-F238E27FC236}">
                <a16:creationId xmlns:a16="http://schemas.microsoft.com/office/drawing/2014/main" id="{62687ACD-C3BC-4770-B31D-4752E3B8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2" name="Bar 6 5">
            <a:extLst xmlns:a="http://schemas.openxmlformats.org/drawingml/2006/main">
              <a:ext uri="{FF2B5EF4-FFF2-40B4-BE49-F238E27FC236}">
                <a16:creationId xmlns:a16="http://schemas.microsoft.com/office/drawing/2014/main" id="{B101FDB8-1900-4D14-9A28-74A5812A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3" name="Bar 6 6">
            <a:extLst xmlns:a="http://schemas.openxmlformats.org/drawingml/2006/main">
              <a:ext uri="{FF2B5EF4-FFF2-40B4-BE49-F238E27FC236}">
                <a16:creationId xmlns:a16="http://schemas.microsoft.com/office/drawing/2014/main" id="{9388E8AB-A950-43D5-999E-E66C37C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4" name="Row rule 6">
            <a:extLst xmlns:a="http://schemas.openxmlformats.org/drawingml/2006/main">
              <a:ext uri="{FF2B5EF4-FFF2-40B4-BE49-F238E27FC236}">
                <a16:creationId xmlns:a16="http://schemas.microsoft.com/office/drawing/2014/main" id="{9FB3764C-4E49-46A3-9D6C-6762C27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099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5" name="Row tint 7">
            <a:extLst xmlns:a="http://schemas.openxmlformats.org/drawingml/2006/main">
              <a:ext uri="{FF2B5EF4-FFF2-40B4-BE49-F238E27FC236}">
                <a16:creationId xmlns:a16="http://schemas.microsoft.com/office/drawing/2014/main" id="{5588793D-2A1B-455D-B7FB-9069524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099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6" name="Task 7">
            <a:extLst xmlns:a="http://schemas.openxmlformats.org/drawingml/2006/main">
              <a:ext uri="{FF2B5EF4-FFF2-40B4-BE49-F238E27FC236}">
                <a16:creationId xmlns:a16="http://schemas.microsoft.com/office/drawing/2014/main" id="{1354848D-0FBC-4DCD-A459-1D0645D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099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model, layer and tokenizer comparisons</a:t>
            </a:r>
          </a:p>
        </p:txBody>
      </p:sp>
      <p:sp>
        <p:nvSpPr>
          <p:cNvPr id="217" name="Status 7">
            <a:extLst xmlns:a="http://schemas.openxmlformats.org/drawingml/2006/main">
              <a:ext uri="{FF2B5EF4-FFF2-40B4-BE49-F238E27FC236}">
                <a16:creationId xmlns:a16="http://schemas.microsoft.com/office/drawing/2014/main" id="{2D902480-A86A-4B6D-BCCF-5F2E8FA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99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18" name="Week rule 7 2026-09-07">
            <a:extLst xmlns:a="http://schemas.openxmlformats.org/drawingml/2006/main">
              <a:ext uri="{FF2B5EF4-FFF2-40B4-BE49-F238E27FC236}">
                <a16:creationId xmlns:a16="http://schemas.microsoft.com/office/drawing/2014/main" id="{59C34B29-D62B-4D9F-8E4E-0C7C407F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9" name="Week rule 7 2026-09-14">
            <a:extLst xmlns:a="http://schemas.openxmlformats.org/drawingml/2006/main">
              <a:ext uri="{FF2B5EF4-FFF2-40B4-BE49-F238E27FC236}">
                <a16:creationId xmlns:a16="http://schemas.microsoft.com/office/drawing/2014/main" id="{9853FB14-3911-4ACE-920F-6C71163F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0" name="Week rule 7 2026-09-21">
            <a:extLst xmlns:a="http://schemas.openxmlformats.org/drawingml/2006/main">
              <a:ext uri="{FF2B5EF4-FFF2-40B4-BE49-F238E27FC236}">
                <a16:creationId xmlns:a16="http://schemas.microsoft.com/office/drawing/2014/main" id="{884E8965-16EA-4B26-B5AE-E12A06A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1" name="Week rule 7 2026-09-28">
            <a:extLst xmlns:a="http://schemas.openxmlformats.org/drawingml/2006/main">
              <a:ext uri="{FF2B5EF4-FFF2-40B4-BE49-F238E27FC236}">
                <a16:creationId xmlns:a16="http://schemas.microsoft.com/office/drawing/2014/main" id="{0FA2CF2B-A932-47C6-B501-E19F3194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2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38C7CC2E-D583-4463-9B89-B4217D16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3" name="Week rule 7 2026-10-12">
            <a:extLst xmlns:a="http://schemas.openxmlformats.org/drawingml/2006/main">
              <a:ext uri="{FF2B5EF4-FFF2-40B4-BE49-F238E27FC236}">
                <a16:creationId xmlns:a16="http://schemas.microsoft.com/office/drawing/2014/main" id="{BAB4F510-76D2-4A09-87C1-778DAD7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4" name="Week rule 7 2026-10-19">
            <a:extLst xmlns:a="http://schemas.openxmlformats.org/drawingml/2006/main">
              <a:ext uri="{FF2B5EF4-FFF2-40B4-BE49-F238E27FC236}">
                <a16:creationId xmlns:a16="http://schemas.microsoft.com/office/drawing/2014/main" id="{926B69A0-E063-4284-A8D4-033F1C5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5" name="Week rule 7 2026-10-26">
            <a:extLst xmlns:a="http://schemas.openxmlformats.org/drawingml/2006/main">
              <a:ext uri="{FF2B5EF4-FFF2-40B4-BE49-F238E27FC236}">
                <a16:creationId xmlns:a16="http://schemas.microsoft.com/office/drawing/2014/main" id="{4C469D28-2C3A-4E85-A8BC-60B1A889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6" name="Week rule 7 2026-11-02">
            <a:extLst xmlns:a="http://schemas.openxmlformats.org/drawingml/2006/main">
              <a:ext uri="{FF2B5EF4-FFF2-40B4-BE49-F238E27FC236}">
                <a16:creationId xmlns:a16="http://schemas.microsoft.com/office/drawing/2014/main" id="{8669901A-2D4C-43EE-B651-79CF4657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7" name="Week rule 7 2026-11-09">
            <a:extLst xmlns:a="http://schemas.openxmlformats.org/drawingml/2006/main">
              <a:ext uri="{FF2B5EF4-FFF2-40B4-BE49-F238E27FC236}">
                <a16:creationId xmlns:a16="http://schemas.microsoft.com/office/drawing/2014/main" id="{1119176B-C7A0-445C-B7BA-09A3EB4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8" name="Week rule 7 2026-11-16">
            <a:extLst xmlns:a="http://schemas.openxmlformats.org/drawingml/2006/main">
              <a:ext uri="{FF2B5EF4-FFF2-40B4-BE49-F238E27FC236}">
                <a16:creationId xmlns:a16="http://schemas.microsoft.com/office/drawing/2014/main" id="{AF47B3FB-9643-4F0E-B556-DC31D88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9" name="Week rule 7 2026-11-23">
            <a:extLst xmlns:a="http://schemas.openxmlformats.org/drawingml/2006/main">
              <a:ext uri="{FF2B5EF4-FFF2-40B4-BE49-F238E27FC236}">
                <a16:creationId xmlns:a16="http://schemas.microsoft.com/office/drawing/2014/main" id="{BC81507B-295F-44B3-8998-AA9B458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0" name="Week rule 7 2026-11-30">
            <a:extLst xmlns:a="http://schemas.openxmlformats.org/drawingml/2006/main">
              <a:ext uri="{FF2B5EF4-FFF2-40B4-BE49-F238E27FC236}">
                <a16:creationId xmlns:a16="http://schemas.microsoft.com/office/drawing/2014/main" id="{5A49BD5F-7E35-4C79-934D-C59CEF7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1" name="Week rule 7 2026-12-07">
            <a:extLst xmlns:a="http://schemas.openxmlformats.org/drawingml/2006/main">
              <a:ext uri="{FF2B5EF4-FFF2-40B4-BE49-F238E27FC236}">
                <a16:creationId xmlns:a16="http://schemas.microsoft.com/office/drawing/2014/main" id="{C61AECAA-B025-486C-BDCB-A0DD17F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2" name="Week rule 7 2026-12-14">
            <a:extLst xmlns:a="http://schemas.openxmlformats.org/drawingml/2006/main">
              <a:ext uri="{FF2B5EF4-FFF2-40B4-BE49-F238E27FC236}">
                <a16:creationId xmlns:a16="http://schemas.microsoft.com/office/drawing/2014/main" id="{BAB83234-C239-4F69-A1AB-E111B09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3" name="Week rule 7 2026-12-21">
            <a:extLst xmlns:a="http://schemas.openxmlformats.org/drawingml/2006/main">
              <a:ext uri="{FF2B5EF4-FFF2-40B4-BE49-F238E27FC236}">
                <a16:creationId xmlns:a16="http://schemas.microsoft.com/office/drawing/2014/main" id="{85C430C1-C385-4A53-8C43-0A60D98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4" name="Week rule 7 2026-12-28">
            <a:extLst xmlns:a="http://schemas.openxmlformats.org/drawingml/2006/main">
              <a:ext uri="{FF2B5EF4-FFF2-40B4-BE49-F238E27FC236}">
                <a16:creationId xmlns:a16="http://schemas.microsoft.com/office/drawing/2014/main" id="{00537F9C-286D-48B9-90C2-4679B99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5" name="Week rule 7 2027-01-01">
            <a:extLst xmlns:a="http://schemas.openxmlformats.org/drawingml/2006/main">
              <a:ext uri="{FF2B5EF4-FFF2-40B4-BE49-F238E27FC236}">
                <a16:creationId xmlns:a16="http://schemas.microsoft.com/office/drawing/2014/main" id="{858DBBBA-7BC1-4B42-85F7-C37DDFAC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6" name="Week rule 7 2027-02-01">
            <a:extLst xmlns:a="http://schemas.openxmlformats.org/drawingml/2006/main">
              <a:ext uri="{FF2B5EF4-FFF2-40B4-BE49-F238E27FC236}">
                <a16:creationId xmlns:a16="http://schemas.microsoft.com/office/drawing/2014/main" id="{69D381B6-416B-4339-BE09-CF042B38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7" name="Week rule 7 2027-03-01">
            <a:extLst xmlns:a="http://schemas.openxmlformats.org/drawingml/2006/main">
              <a:ext uri="{FF2B5EF4-FFF2-40B4-BE49-F238E27FC236}">
                <a16:creationId xmlns:a16="http://schemas.microsoft.com/office/drawing/2014/main" id="{CCBEB59B-0534-4270-BEC8-66FF237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8" name="Bar 7 0">
            <a:extLst xmlns:a="http://schemas.openxmlformats.org/drawingml/2006/main">
              <a:ext uri="{FF2B5EF4-FFF2-40B4-BE49-F238E27FC236}">
                <a16:creationId xmlns:a16="http://schemas.microsoft.com/office/drawing/2014/main" id="{BE7D2C35-3A89-48B3-A1A8-E109DC9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9" name="Bar 7 1">
            <a:extLst xmlns:a="http://schemas.openxmlformats.org/drawingml/2006/main">
              <a:ext uri="{FF2B5EF4-FFF2-40B4-BE49-F238E27FC236}">
                <a16:creationId xmlns:a16="http://schemas.microsoft.com/office/drawing/2014/main" id="{EDDEF3A1-24A2-4566-8975-1390FE1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0" name="Bar 7 2">
            <a:extLst xmlns:a="http://schemas.openxmlformats.org/drawingml/2006/main">
              <a:ext uri="{FF2B5EF4-FFF2-40B4-BE49-F238E27FC236}">
                <a16:creationId xmlns:a16="http://schemas.microsoft.com/office/drawing/2014/main" id="{4226E112-5AEA-4CB5-8FCD-F034061F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1" name="Bar 7 3">
            <a:extLst xmlns:a="http://schemas.openxmlformats.org/drawingml/2006/main">
              <a:ext uri="{FF2B5EF4-FFF2-40B4-BE49-F238E27FC236}">
                <a16:creationId xmlns:a16="http://schemas.microsoft.com/office/drawing/2014/main" id="{DC309E56-07B8-4A48-ACD2-3CBEEB7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2" name="Bar 7 4">
            <a:extLst xmlns:a="http://schemas.openxmlformats.org/drawingml/2006/main">
              <a:ext uri="{FF2B5EF4-FFF2-40B4-BE49-F238E27FC236}">
                <a16:creationId xmlns:a16="http://schemas.microsoft.com/office/drawing/2014/main" id="{115412A9-25CC-4F47-AE65-83E6BE39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3" name="Bar 7 5">
            <a:extLst xmlns:a="http://schemas.openxmlformats.org/drawingml/2006/main">
              <a:ext uri="{FF2B5EF4-FFF2-40B4-BE49-F238E27FC236}">
                <a16:creationId xmlns:a16="http://schemas.microsoft.com/office/drawing/2014/main" id="{126100EE-1E4A-4E1E-BD9C-EEF5EDA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4" name="Row rule 7">
            <a:extLst xmlns:a="http://schemas.openxmlformats.org/drawingml/2006/main">
              <a:ext uri="{FF2B5EF4-FFF2-40B4-BE49-F238E27FC236}">
                <a16:creationId xmlns:a16="http://schemas.microsoft.com/office/drawing/2014/main" id="{52301641-C92A-4DD7-A854-5716C959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5" name="Section Research writing and coordination">
            <a:extLst xmlns:a="http://schemas.openxmlformats.org/drawingml/2006/main">
              <a:ext uri="{FF2B5EF4-FFF2-40B4-BE49-F238E27FC236}">
                <a16:creationId xmlns:a16="http://schemas.microsoft.com/office/drawing/2014/main" id="{464D4A43-D99F-426D-9241-E19B280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6" name="Section title Research writing and coordination">
            <a:extLst xmlns:a="http://schemas.openxmlformats.org/drawingml/2006/main">
              <a:ext uri="{FF2B5EF4-FFF2-40B4-BE49-F238E27FC236}">
                <a16:creationId xmlns:a16="http://schemas.microsoft.com/office/drawing/2014/main" id="{79911DB3-4A2D-498C-94D1-C21F4226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194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writing and coordination</a:t>
            </a:r>
          </a:p>
        </p:txBody>
      </p:sp>
      <p:sp>
        <p:nvSpPr>
          <p:cNvPr id="247" name="Task 8">
            <a:extLst xmlns:a="http://schemas.openxmlformats.org/drawingml/2006/main">
              <a:ext uri="{FF2B5EF4-FFF2-40B4-BE49-F238E27FC236}">
                <a16:creationId xmlns:a16="http://schemas.microsoft.com/office/drawing/2014/main" id="{146C1301-77B2-4133-80CE-90C8B96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480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coordination and research decisions</a:t>
            </a:r>
          </a:p>
        </p:txBody>
      </p:sp>
      <p:sp>
        <p:nvSpPr>
          <p:cNvPr id="248" name="Status 8">
            <a:extLst xmlns:a="http://schemas.openxmlformats.org/drawingml/2006/main">
              <a:ext uri="{FF2B5EF4-FFF2-40B4-BE49-F238E27FC236}">
                <a16:creationId xmlns:a16="http://schemas.microsoft.com/office/drawing/2014/main" id="{CBD1E66A-9841-43AD-A5D7-E0D5F60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480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49" name="Week rule 8 2026-09-07">
            <a:extLst xmlns:a="http://schemas.openxmlformats.org/drawingml/2006/main">
              <a:ext uri="{FF2B5EF4-FFF2-40B4-BE49-F238E27FC236}">
                <a16:creationId xmlns:a16="http://schemas.microsoft.com/office/drawing/2014/main" id="{DEB183B1-095E-4028-B422-9C612C6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0" name="Week rule 8 2026-09-14">
            <a:extLst xmlns:a="http://schemas.openxmlformats.org/drawingml/2006/main">
              <a:ext uri="{FF2B5EF4-FFF2-40B4-BE49-F238E27FC236}">
                <a16:creationId xmlns:a16="http://schemas.microsoft.com/office/drawing/2014/main" id="{B2A01A5D-1168-47E3-A2DD-38D590D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1" name="Week rule 8 2026-09-21">
            <a:extLst xmlns:a="http://schemas.openxmlformats.org/drawingml/2006/main">
              <a:ext uri="{FF2B5EF4-FFF2-40B4-BE49-F238E27FC236}">
                <a16:creationId xmlns:a16="http://schemas.microsoft.com/office/drawing/2014/main" id="{10F24ADC-5F9C-432A-8286-8D46DD84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2" name="Week rule 8 2026-09-28">
            <a:extLst xmlns:a="http://schemas.openxmlformats.org/drawingml/2006/main">
              <a:ext uri="{FF2B5EF4-FFF2-40B4-BE49-F238E27FC236}">
                <a16:creationId xmlns:a16="http://schemas.microsoft.com/office/drawing/2014/main" id="{A5FA34AA-189B-4A1D-80AD-85292AC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3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9E13C158-9392-49F2-BE28-052B0AE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4" name="Week rule 8 2026-10-12">
            <a:extLst xmlns:a="http://schemas.openxmlformats.org/drawingml/2006/main">
              <a:ext uri="{FF2B5EF4-FFF2-40B4-BE49-F238E27FC236}">
                <a16:creationId xmlns:a16="http://schemas.microsoft.com/office/drawing/2014/main" id="{E09609AB-EFC5-4FD9-B5F7-5024E566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5" name="Week rule 8 2026-10-19">
            <a:extLst xmlns:a="http://schemas.openxmlformats.org/drawingml/2006/main">
              <a:ext uri="{FF2B5EF4-FFF2-40B4-BE49-F238E27FC236}">
                <a16:creationId xmlns:a16="http://schemas.microsoft.com/office/drawing/2014/main" id="{3E22B5C6-03CD-45C8-8A1A-00CF65C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6" name="Week rule 8 2026-10-26">
            <a:extLst xmlns:a="http://schemas.openxmlformats.org/drawingml/2006/main">
              <a:ext uri="{FF2B5EF4-FFF2-40B4-BE49-F238E27FC236}">
                <a16:creationId xmlns:a16="http://schemas.microsoft.com/office/drawing/2014/main" id="{EE5D9C48-7049-4F70-B9CD-585D541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7" name="Week rule 8 2026-11-02">
            <a:extLst xmlns:a="http://schemas.openxmlformats.org/drawingml/2006/main">
              <a:ext uri="{FF2B5EF4-FFF2-40B4-BE49-F238E27FC236}">
                <a16:creationId xmlns:a16="http://schemas.microsoft.com/office/drawing/2014/main" id="{52D85A58-CD56-42D1-8485-9451B56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8" name="Week rule 8 2026-11-09">
            <a:extLst xmlns:a="http://schemas.openxmlformats.org/drawingml/2006/main">
              <a:ext uri="{FF2B5EF4-FFF2-40B4-BE49-F238E27FC236}">
                <a16:creationId xmlns:a16="http://schemas.microsoft.com/office/drawing/2014/main" id="{54D74C0D-CCF7-40E2-B571-72983CF2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9" name="Week rule 8 2026-11-16">
            <a:extLst xmlns:a="http://schemas.openxmlformats.org/drawingml/2006/main">
              <a:ext uri="{FF2B5EF4-FFF2-40B4-BE49-F238E27FC236}">
                <a16:creationId xmlns:a16="http://schemas.microsoft.com/office/drawing/2014/main" id="{FA0F9AF1-51D6-4E94-87E1-DF18398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0" name="Week rule 8 2026-11-23">
            <a:extLst xmlns:a="http://schemas.openxmlformats.org/drawingml/2006/main">
              <a:ext uri="{FF2B5EF4-FFF2-40B4-BE49-F238E27FC236}">
                <a16:creationId xmlns:a16="http://schemas.microsoft.com/office/drawing/2014/main" id="{5A9F2535-4CA7-4635-AA8E-8CF5D31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1" name="Week rule 8 2026-11-30">
            <a:extLst xmlns:a="http://schemas.openxmlformats.org/drawingml/2006/main">
              <a:ext uri="{FF2B5EF4-FFF2-40B4-BE49-F238E27FC236}">
                <a16:creationId xmlns:a16="http://schemas.microsoft.com/office/drawing/2014/main" id="{E98F7CD1-8AAB-4FA0-86C7-A80CE7E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2" name="Week rule 8 2026-12-07">
            <a:extLst xmlns:a="http://schemas.openxmlformats.org/drawingml/2006/main">
              <a:ext uri="{FF2B5EF4-FFF2-40B4-BE49-F238E27FC236}">
                <a16:creationId xmlns:a16="http://schemas.microsoft.com/office/drawing/2014/main" id="{838BD3EE-3B99-4B20-9F8C-558BFFE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3" name="Week rule 8 2026-12-14">
            <a:extLst xmlns:a="http://schemas.openxmlformats.org/drawingml/2006/main">
              <a:ext uri="{FF2B5EF4-FFF2-40B4-BE49-F238E27FC236}">
                <a16:creationId xmlns:a16="http://schemas.microsoft.com/office/drawing/2014/main" id="{45DE3BB9-27F2-497E-BC37-4EA05E8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4" name="Week rule 8 2026-12-21">
            <a:extLst xmlns:a="http://schemas.openxmlformats.org/drawingml/2006/main">
              <a:ext uri="{FF2B5EF4-FFF2-40B4-BE49-F238E27FC236}">
                <a16:creationId xmlns:a16="http://schemas.microsoft.com/office/drawing/2014/main" id="{D6FD887E-3B57-4066-A40D-1DF2DCF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5" name="Week rule 8 2026-12-28">
            <a:extLst xmlns:a="http://schemas.openxmlformats.org/drawingml/2006/main">
              <a:ext uri="{FF2B5EF4-FFF2-40B4-BE49-F238E27FC236}">
                <a16:creationId xmlns:a16="http://schemas.microsoft.com/office/drawing/2014/main" id="{A025DCB8-5ACC-4239-A7AF-77397D19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6" name="Week rule 8 2027-01-01">
            <a:extLst xmlns:a="http://schemas.openxmlformats.org/drawingml/2006/main">
              <a:ext uri="{FF2B5EF4-FFF2-40B4-BE49-F238E27FC236}">
                <a16:creationId xmlns:a16="http://schemas.microsoft.com/office/drawing/2014/main" id="{B9B6D24C-6CEA-4A00-A769-46061BE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7" name="Week rule 8 2027-02-01">
            <a:extLst xmlns:a="http://schemas.openxmlformats.org/drawingml/2006/main">
              <a:ext uri="{FF2B5EF4-FFF2-40B4-BE49-F238E27FC236}">
                <a16:creationId xmlns:a16="http://schemas.microsoft.com/office/drawing/2014/main" id="{C1432834-6F7B-479A-A738-64E296B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8" name="Week rule 8 2027-03-01">
            <a:extLst xmlns:a="http://schemas.openxmlformats.org/drawingml/2006/main">
              <a:ext uri="{FF2B5EF4-FFF2-40B4-BE49-F238E27FC236}">
                <a16:creationId xmlns:a16="http://schemas.microsoft.com/office/drawing/2014/main" id="{EB6845C3-0F22-4B8D-A8E7-C99FB55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9" name="Bar 8 0">
            <a:extLst xmlns:a="http://schemas.openxmlformats.org/drawingml/2006/main">
              <a:ext uri="{FF2B5EF4-FFF2-40B4-BE49-F238E27FC236}">
                <a16:creationId xmlns:a16="http://schemas.microsoft.com/office/drawing/2014/main" id="{89D9DAE9-FFBD-4BF3-910C-725F02B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0" name="Bar 8 1">
            <a:extLst xmlns:a="http://schemas.openxmlformats.org/drawingml/2006/main">
              <a:ext uri="{FF2B5EF4-FFF2-40B4-BE49-F238E27FC236}">
                <a16:creationId xmlns:a16="http://schemas.microsoft.com/office/drawing/2014/main" id="{CA3B8437-5CBA-483F-8788-99FF70A8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1" name="Bar 8 2">
            <a:extLst xmlns:a="http://schemas.openxmlformats.org/drawingml/2006/main">
              <a:ext uri="{FF2B5EF4-FFF2-40B4-BE49-F238E27FC236}">
                <a16:creationId xmlns:a16="http://schemas.microsoft.com/office/drawing/2014/main" id="{066322C3-DC73-4F5B-8040-B1829418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2" name="Bar 8 3">
            <a:extLst xmlns:a="http://schemas.openxmlformats.org/drawingml/2006/main">
              <a:ext uri="{FF2B5EF4-FFF2-40B4-BE49-F238E27FC236}">
                <a16:creationId xmlns:a16="http://schemas.microsoft.com/office/drawing/2014/main" id="{3B6792E6-E5D9-4729-8D2A-85A3C5A6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3" name="Bar 8 4">
            <a:extLst xmlns:a="http://schemas.openxmlformats.org/drawingml/2006/main">
              <a:ext uri="{FF2B5EF4-FFF2-40B4-BE49-F238E27FC236}">
                <a16:creationId xmlns:a16="http://schemas.microsoft.com/office/drawing/2014/main" id="{31035497-F660-4B8D-AC28-A094983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4" name="Bar 8 5">
            <a:extLst xmlns:a="http://schemas.openxmlformats.org/drawingml/2006/main">
              <a:ext uri="{FF2B5EF4-FFF2-40B4-BE49-F238E27FC236}">
                <a16:creationId xmlns:a16="http://schemas.microsoft.com/office/drawing/2014/main" id="{22489203-2207-4053-AA93-7AE9C4F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5" name="Bar 8 6">
            <a:extLst xmlns:a="http://schemas.openxmlformats.org/drawingml/2006/main">
              <a:ext uri="{FF2B5EF4-FFF2-40B4-BE49-F238E27FC236}">
                <a16:creationId xmlns:a16="http://schemas.microsoft.com/office/drawing/2014/main" id="{2AE7324E-6EE5-4595-8B14-44C5F824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6" name="Bar 8 7">
            <a:extLst xmlns:a="http://schemas.openxmlformats.org/drawingml/2006/main">
              <a:ext uri="{FF2B5EF4-FFF2-40B4-BE49-F238E27FC236}">
                <a16:creationId xmlns:a16="http://schemas.microsoft.com/office/drawing/2014/main" id="{8E48395C-45E4-48ED-8664-BA8CC88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7" name="Bar 8 8">
            <a:extLst xmlns:a="http://schemas.openxmlformats.org/drawingml/2006/main">
              <a:ext uri="{FF2B5EF4-FFF2-40B4-BE49-F238E27FC236}">
                <a16:creationId xmlns:a16="http://schemas.microsoft.com/office/drawing/2014/main" id="{7C33AADC-CF16-4C32-A5CC-554099E0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8" name="Bar 8 9">
            <a:extLst xmlns:a="http://schemas.openxmlformats.org/drawingml/2006/main">
              <a:ext uri="{FF2B5EF4-FFF2-40B4-BE49-F238E27FC236}">
                <a16:creationId xmlns:a16="http://schemas.microsoft.com/office/drawing/2014/main" id="{E7AC7949-0FB1-4EF9-A3D6-8EF4166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9" name="Bar 8 10">
            <a:extLst xmlns:a="http://schemas.openxmlformats.org/drawingml/2006/main">
              <a:ext uri="{FF2B5EF4-FFF2-40B4-BE49-F238E27FC236}">
                <a16:creationId xmlns:a16="http://schemas.microsoft.com/office/drawing/2014/main" id="{47EE0576-86E2-4CFE-9CB5-3C680FC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0" name="Bar 8 11">
            <a:extLst xmlns:a="http://schemas.openxmlformats.org/drawingml/2006/main">
              <a:ext uri="{FF2B5EF4-FFF2-40B4-BE49-F238E27FC236}">
                <a16:creationId xmlns:a16="http://schemas.microsoft.com/office/drawing/2014/main" id="{A50E5C39-9C5D-424E-9EDD-D1347005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1" name="Bar 8 12">
            <a:extLst xmlns:a="http://schemas.openxmlformats.org/drawingml/2006/main">
              <a:ext uri="{FF2B5EF4-FFF2-40B4-BE49-F238E27FC236}">
                <a16:creationId xmlns:a16="http://schemas.microsoft.com/office/drawing/2014/main" id="{58D8AFDC-7796-4730-9C24-2382B20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2" name="Bar 8 13">
            <a:extLst xmlns:a="http://schemas.openxmlformats.org/drawingml/2006/main">
              <a:ext uri="{FF2B5EF4-FFF2-40B4-BE49-F238E27FC236}">
                <a16:creationId xmlns:a16="http://schemas.microsoft.com/office/drawing/2014/main" id="{6C63763D-5558-4E04-8273-860035D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3" name="Bar 8 14">
            <a:extLst xmlns:a="http://schemas.openxmlformats.org/drawingml/2006/main">
              <a:ext uri="{FF2B5EF4-FFF2-40B4-BE49-F238E27FC236}">
                <a16:creationId xmlns:a16="http://schemas.microsoft.com/office/drawing/2014/main" id="{9946E000-02E2-45D7-8DBD-74F3829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4" name="Bar 8 15">
            <a:extLst xmlns:a="http://schemas.openxmlformats.org/drawingml/2006/main">
              <a:ext uri="{FF2B5EF4-FFF2-40B4-BE49-F238E27FC236}">
                <a16:creationId xmlns:a16="http://schemas.microsoft.com/office/drawing/2014/main" id="{7A9E7029-32CF-4224-A8FE-CC0E597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5" name="Bar 8 16">
            <a:extLst xmlns:a="http://schemas.openxmlformats.org/drawingml/2006/main">
              <a:ext uri="{FF2B5EF4-FFF2-40B4-BE49-F238E27FC236}">
                <a16:creationId xmlns:a16="http://schemas.microsoft.com/office/drawing/2014/main" id="{FFA056DD-AAF6-49D5-8361-EEF87EAE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6" name="Bar 8 17">
            <a:extLst xmlns:a="http://schemas.openxmlformats.org/drawingml/2006/main">
              <a:ext uri="{FF2B5EF4-FFF2-40B4-BE49-F238E27FC236}">
                <a16:creationId xmlns:a16="http://schemas.microsoft.com/office/drawing/2014/main" id="{131BF5F1-D08A-40C8-8643-9F101B2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7" name="Bar 8 18">
            <a:extLst xmlns:a="http://schemas.openxmlformats.org/drawingml/2006/main">
              <a:ext uri="{FF2B5EF4-FFF2-40B4-BE49-F238E27FC236}">
                <a16:creationId xmlns:a16="http://schemas.microsoft.com/office/drawing/2014/main" id="{26EB7D6C-95E1-4FCF-A310-12A5160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8" name="Row rule 8">
            <a:extLst xmlns:a="http://schemas.openxmlformats.org/drawingml/2006/main">
              <a:ext uri="{FF2B5EF4-FFF2-40B4-BE49-F238E27FC236}">
                <a16:creationId xmlns:a16="http://schemas.microsoft.com/office/drawing/2014/main" id="{D4B62193-0FD2-4DBE-B907-9EA2B43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576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9" name="Row tint 9">
            <a:extLst xmlns:a="http://schemas.openxmlformats.org/drawingml/2006/main">
              <a:ext uri="{FF2B5EF4-FFF2-40B4-BE49-F238E27FC236}">
                <a16:creationId xmlns:a16="http://schemas.microsoft.com/office/drawing/2014/main" id="{51E69B08-04AE-41F4-B729-35783DAB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576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0" name="Task 9">
            <a:extLst xmlns:a="http://schemas.openxmlformats.org/drawingml/2006/main">
              <a:ext uri="{FF2B5EF4-FFF2-40B4-BE49-F238E27FC236}">
                <a16:creationId xmlns:a16="http://schemas.microsoft.com/office/drawing/2014/main" id="{12196D11-E5DE-4025-96A0-79EBC2C6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8576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Living Overleaf manuscript</a:t>
            </a:r>
          </a:p>
        </p:txBody>
      </p:sp>
      <p:sp>
        <p:nvSpPr>
          <p:cNvPr id="291" name="Status 9">
            <a:extLst xmlns:a="http://schemas.openxmlformats.org/drawingml/2006/main">
              <a:ext uri="{FF2B5EF4-FFF2-40B4-BE49-F238E27FC236}">
                <a16:creationId xmlns:a16="http://schemas.microsoft.com/office/drawing/2014/main" id="{B115911D-9F9A-4634-B381-DA4764C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57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92" name="Week rule 9 2026-09-07">
            <a:extLst xmlns:a="http://schemas.openxmlformats.org/drawingml/2006/main">
              <a:ext uri="{FF2B5EF4-FFF2-40B4-BE49-F238E27FC236}">
                <a16:creationId xmlns:a16="http://schemas.microsoft.com/office/drawing/2014/main" id="{DA2E114A-3062-4322-9FCD-6E87472A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3" name="Week rule 9 2026-09-14">
            <a:extLst xmlns:a="http://schemas.openxmlformats.org/drawingml/2006/main">
              <a:ext uri="{FF2B5EF4-FFF2-40B4-BE49-F238E27FC236}">
                <a16:creationId xmlns:a16="http://schemas.microsoft.com/office/drawing/2014/main" id="{5935C7AF-8FBD-47C6-AD76-330AFCE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4" name="Week rule 9 2026-09-21">
            <a:extLst xmlns:a="http://schemas.openxmlformats.org/drawingml/2006/main">
              <a:ext uri="{FF2B5EF4-FFF2-40B4-BE49-F238E27FC236}">
                <a16:creationId xmlns:a16="http://schemas.microsoft.com/office/drawing/2014/main" id="{972F2496-1BD8-4F42-9C4E-78D210E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5" name="Week rule 9 2026-09-28">
            <a:extLst xmlns:a="http://schemas.openxmlformats.org/drawingml/2006/main">
              <a:ext uri="{FF2B5EF4-FFF2-40B4-BE49-F238E27FC236}">
                <a16:creationId xmlns:a16="http://schemas.microsoft.com/office/drawing/2014/main" id="{F88B3E6F-4284-48BE-957B-AF96CE3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6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9A86E503-AC19-4801-8BE8-E48A542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7" name="Week rule 9 2026-10-12">
            <a:extLst xmlns:a="http://schemas.openxmlformats.org/drawingml/2006/main">
              <a:ext uri="{FF2B5EF4-FFF2-40B4-BE49-F238E27FC236}">
                <a16:creationId xmlns:a16="http://schemas.microsoft.com/office/drawing/2014/main" id="{7746476B-E0B4-434A-8102-EC700FD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8" name="Week rule 9 2026-10-19">
            <a:extLst xmlns:a="http://schemas.openxmlformats.org/drawingml/2006/main">
              <a:ext uri="{FF2B5EF4-FFF2-40B4-BE49-F238E27FC236}">
                <a16:creationId xmlns:a16="http://schemas.microsoft.com/office/drawing/2014/main" id="{40BCDA16-CAEF-47DE-9898-ADDDB0B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9" name="Week rule 9 2026-10-26">
            <a:extLst xmlns:a="http://schemas.openxmlformats.org/drawingml/2006/main">
              <a:ext uri="{FF2B5EF4-FFF2-40B4-BE49-F238E27FC236}">
                <a16:creationId xmlns:a16="http://schemas.microsoft.com/office/drawing/2014/main" id="{7F64A26F-78FC-40FA-B52A-5FDADF5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0" name="Week rule 9 2026-11-02">
            <a:extLst xmlns:a="http://schemas.openxmlformats.org/drawingml/2006/main">
              <a:ext uri="{FF2B5EF4-FFF2-40B4-BE49-F238E27FC236}">
                <a16:creationId xmlns:a16="http://schemas.microsoft.com/office/drawing/2014/main" id="{02F301D4-1F3F-4767-80CE-D41C0A2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1" name="Week rule 9 2026-11-09">
            <a:extLst xmlns:a="http://schemas.openxmlformats.org/drawingml/2006/main">
              <a:ext uri="{FF2B5EF4-FFF2-40B4-BE49-F238E27FC236}">
                <a16:creationId xmlns:a16="http://schemas.microsoft.com/office/drawing/2014/main" id="{42F36593-0FE6-4E4A-8E45-C24FEA6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2" name="Week rule 9 2026-11-16">
            <a:extLst xmlns:a="http://schemas.openxmlformats.org/drawingml/2006/main">
              <a:ext uri="{FF2B5EF4-FFF2-40B4-BE49-F238E27FC236}">
                <a16:creationId xmlns:a16="http://schemas.microsoft.com/office/drawing/2014/main" id="{FA557A3A-8BB4-4830-8311-C3BB18D5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3" name="Week rule 9 2026-11-23">
            <a:extLst xmlns:a="http://schemas.openxmlformats.org/drawingml/2006/main">
              <a:ext uri="{FF2B5EF4-FFF2-40B4-BE49-F238E27FC236}">
                <a16:creationId xmlns:a16="http://schemas.microsoft.com/office/drawing/2014/main" id="{8C5014F3-66F5-47FF-8F53-4BF3CB0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4" name="Week rule 9 2026-11-30">
            <a:extLst xmlns:a="http://schemas.openxmlformats.org/drawingml/2006/main">
              <a:ext uri="{FF2B5EF4-FFF2-40B4-BE49-F238E27FC236}">
                <a16:creationId xmlns:a16="http://schemas.microsoft.com/office/drawing/2014/main" id="{FBD37F01-34A5-4C56-BBF1-2412F9C9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5" name="Week rule 9 2026-12-07">
            <a:extLst xmlns:a="http://schemas.openxmlformats.org/drawingml/2006/main">
              <a:ext uri="{FF2B5EF4-FFF2-40B4-BE49-F238E27FC236}">
                <a16:creationId xmlns:a16="http://schemas.microsoft.com/office/drawing/2014/main" id="{FA9FAC17-206A-4488-82C0-6087B035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6" name="Week rule 9 2026-12-14">
            <a:extLst xmlns:a="http://schemas.openxmlformats.org/drawingml/2006/main">
              <a:ext uri="{FF2B5EF4-FFF2-40B4-BE49-F238E27FC236}">
                <a16:creationId xmlns:a16="http://schemas.microsoft.com/office/drawing/2014/main" id="{5A2C8B89-4D16-46D7-9C1C-4700182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7" name="Week rule 9 2026-12-21">
            <a:extLst xmlns:a="http://schemas.openxmlformats.org/drawingml/2006/main">
              <a:ext uri="{FF2B5EF4-FFF2-40B4-BE49-F238E27FC236}">
                <a16:creationId xmlns:a16="http://schemas.microsoft.com/office/drawing/2014/main" id="{88A35C74-A104-4EF8-8104-3435636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8" name="Week rule 9 2026-12-28">
            <a:extLst xmlns:a="http://schemas.openxmlformats.org/drawingml/2006/main">
              <a:ext uri="{FF2B5EF4-FFF2-40B4-BE49-F238E27FC236}">
                <a16:creationId xmlns:a16="http://schemas.microsoft.com/office/drawing/2014/main" id="{F387BDA6-E104-4049-A4BF-7ED2E23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9" name="Week rule 9 2027-01-01">
            <a:extLst xmlns:a="http://schemas.openxmlformats.org/drawingml/2006/main">
              <a:ext uri="{FF2B5EF4-FFF2-40B4-BE49-F238E27FC236}">
                <a16:creationId xmlns:a16="http://schemas.microsoft.com/office/drawing/2014/main" id="{92B6B2DA-0116-4175-ABCE-C425CD3B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0" name="Week rule 9 2027-02-01">
            <a:extLst xmlns:a="http://schemas.openxmlformats.org/drawingml/2006/main">
              <a:ext uri="{FF2B5EF4-FFF2-40B4-BE49-F238E27FC236}">
                <a16:creationId xmlns:a16="http://schemas.microsoft.com/office/drawing/2014/main" id="{98425882-E88B-469E-8DCA-A79B7910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1" name="Week rule 9 2027-03-01">
            <a:extLst xmlns:a="http://schemas.openxmlformats.org/drawingml/2006/main">
              <a:ext uri="{FF2B5EF4-FFF2-40B4-BE49-F238E27FC236}">
                <a16:creationId xmlns:a16="http://schemas.microsoft.com/office/drawing/2014/main" id="{CB51434D-7589-4C84-ADA7-457E7E7C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2" name="Bar 9 0">
            <a:extLst xmlns:a="http://schemas.openxmlformats.org/drawingml/2006/main">
              <a:ext uri="{FF2B5EF4-FFF2-40B4-BE49-F238E27FC236}">
                <a16:creationId xmlns:a16="http://schemas.microsoft.com/office/drawing/2014/main" id="{48944C17-F519-4C4C-93CF-44A99CB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3" name="Bar 9 1">
            <a:extLst xmlns:a="http://schemas.openxmlformats.org/drawingml/2006/main">
              <a:ext uri="{FF2B5EF4-FFF2-40B4-BE49-F238E27FC236}">
                <a16:creationId xmlns:a16="http://schemas.microsoft.com/office/drawing/2014/main" id="{36D4544E-13F5-4BD6-B179-6D5541D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4" name="Bar 9 2">
            <a:extLst xmlns:a="http://schemas.openxmlformats.org/drawingml/2006/main">
              <a:ext uri="{FF2B5EF4-FFF2-40B4-BE49-F238E27FC236}">
                <a16:creationId xmlns:a16="http://schemas.microsoft.com/office/drawing/2014/main" id="{119BCBD2-033D-4474-A48C-EFC42D5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5" name="Bar 9 3">
            <a:extLst xmlns:a="http://schemas.openxmlformats.org/drawingml/2006/main">
              <a:ext uri="{FF2B5EF4-FFF2-40B4-BE49-F238E27FC236}">
                <a16:creationId xmlns:a16="http://schemas.microsoft.com/office/drawing/2014/main" id="{53E2A2D5-BD2C-45C5-863B-DDE7700A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6" name="Bar 9 4">
            <a:extLst xmlns:a="http://schemas.openxmlformats.org/drawingml/2006/main">
              <a:ext uri="{FF2B5EF4-FFF2-40B4-BE49-F238E27FC236}">
                <a16:creationId xmlns:a16="http://schemas.microsoft.com/office/drawing/2014/main" id="{C6187B83-6521-4990-9C75-AD07F51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7" name="Bar 9 5">
            <a:extLst xmlns:a="http://schemas.openxmlformats.org/drawingml/2006/main">
              <a:ext uri="{FF2B5EF4-FFF2-40B4-BE49-F238E27FC236}">
                <a16:creationId xmlns:a16="http://schemas.microsoft.com/office/drawing/2014/main" id="{3D02D920-585E-4E87-8A95-5E60CE6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8" name="Bar 9 6">
            <a:extLst xmlns:a="http://schemas.openxmlformats.org/drawingml/2006/main">
              <a:ext uri="{FF2B5EF4-FFF2-40B4-BE49-F238E27FC236}">
                <a16:creationId xmlns:a16="http://schemas.microsoft.com/office/drawing/2014/main" id="{5A43F264-FC6E-482E-9E78-AAD3FF3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9" name="Bar 9 7">
            <a:extLst xmlns:a="http://schemas.openxmlformats.org/drawingml/2006/main">
              <a:ext uri="{FF2B5EF4-FFF2-40B4-BE49-F238E27FC236}">
                <a16:creationId xmlns:a16="http://schemas.microsoft.com/office/drawing/2014/main" id="{BF75991E-C927-41E9-B025-C29D004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0" name="Bar 9 8">
            <a:extLst xmlns:a="http://schemas.openxmlformats.org/drawingml/2006/main">
              <a:ext uri="{FF2B5EF4-FFF2-40B4-BE49-F238E27FC236}">
                <a16:creationId xmlns:a16="http://schemas.microsoft.com/office/drawing/2014/main" id="{A80ABA40-851A-41D5-ABA9-EB964C9E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1" name="Bar 9 9">
            <a:extLst xmlns:a="http://schemas.openxmlformats.org/drawingml/2006/main">
              <a:ext uri="{FF2B5EF4-FFF2-40B4-BE49-F238E27FC236}">
                <a16:creationId xmlns:a16="http://schemas.microsoft.com/office/drawing/2014/main" id="{BE0EFCEB-1C7D-488F-9530-A2D8E6B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2" name="Bar 9 10">
            <a:extLst xmlns:a="http://schemas.openxmlformats.org/drawingml/2006/main">
              <a:ext uri="{FF2B5EF4-FFF2-40B4-BE49-F238E27FC236}">
                <a16:creationId xmlns:a16="http://schemas.microsoft.com/office/drawing/2014/main" id="{4BD7E5B7-84B1-449E-8008-563D50F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3" name="Bar 9 11">
            <a:extLst xmlns:a="http://schemas.openxmlformats.org/drawingml/2006/main">
              <a:ext uri="{FF2B5EF4-FFF2-40B4-BE49-F238E27FC236}">
                <a16:creationId xmlns:a16="http://schemas.microsoft.com/office/drawing/2014/main" id="{81F1A8B0-ED68-45B4-AE23-7582DC0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4" name="Bar 9 12">
            <a:extLst xmlns:a="http://schemas.openxmlformats.org/drawingml/2006/main">
              <a:ext uri="{FF2B5EF4-FFF2-40B4-BE49-F238E27FC236}">
                <a16:creationId xmlns:a16="http://schemas.microsoft.com/office/drawing/2014/main" id="{D161047A-208C-4070-B1CD-936D6F2B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5" name="Bar 9 13">
            <a:extLst xmlns:a="http://schemas.openxmlformats.org/drawingml/2006/main">
              <a:ext uri="{FF2B5EF4-FFF2-40B4-BE49-F238E27FC236}">
                <a16:creationId xmlns:a16="http://schemas.microsoft.com/office/drawing/2014/main" id="{9ED94549-61B0-4D7A-9F6A-3FC8C571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6" name="Bar 9 14">
            <a:extLst xmlns:a="http://schemas.openxmlformats.org/drawingml/2006/main">
              <a:ext uri="{FF2B5EF4-FFF2-40B4-BE49-F238E27FC236}">
                <a16:creationId xmlns:a16="http://schemas.microsoft.com/office/drawing/2014/main" id="{55E59BBE-4A92-4A0A-95C5-0450510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7" name="Bar 9 15">
            <a:extLst xmlns:a="http://schemas.openxmlformats.org/drawingml/2006/main">
              <a:ext uri="{FF2B5EF4-FFF2-40B4-BE49-F238E27FC236}">
                <a16:creationId xmlns:a16="http://schemas.microsoft.com/office/drawing/2014/main" id="{A5A1FE34-7E46-420C-A774-B2DC025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8" name="Bar 9 16">
            <a:extLst xmlns:a="http://schemas.openxmlformats.org/drawingml/2006/main">
              <a:ext uri="{FF2B5EF4-FFF2-40B4-BE49-F238E27FC236}">
                <a16:creationId xmlns:a16="http://schemas.microsoft.com/office/drawing/2014/main" id="{93365599-326A-4259-962A-090A884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9" name="Bar 9 17">
            <a:extLst xmlns:a="http://schemas.openxmlformats.org/drawingml/2006/main">
              <a:ext uri="{FF2B5EF4-FFF2-40B4-BE49-F238E27FC236}">
                <a16:creationId xmlns:a16="http://schemas.microsoft.com/office/drawing/2014/main" id="{8100EC08-1810-4B5A-9F47-0002AF0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30" name="Row rule 9">
            <a:extLst xmlns:a="http://schemas.openxmlformats.org/drawingml/2006/main">
              <a:ext uri="{FF2B5EF4-FFF2-40B4-BE49-F238E27FC236}">
                <a16:creationId xmlns:a16="http://schemas.microsoft.com/office/drawing/2014/main" id="{1D4C94AF-080B-4C27-8CC6-4CE13D7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67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1" name="Section CAP6942 | Course deliverables">
            <a:extLst xmlns:a="http://schemas.openxmlformats.org/drawingml/2006/main">
              <a:ext uri="{FF2B5EF4-FFF2-40B4-BE49-F238E27FC236}">
                <a16:creationId xmlns:a16="http://schemas.microsoft.com/office/drawing/2014/main" id="{C3D883F9-69B0-4593-B63D-03F030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671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32" name="Section title CAP6942 | Course deliverables">
            <a:extLst xmlns:a="http://schemas.openxmlformats.org/drawingml/2006/main">
              <a:ext uri="{FF2B5EF4-FFF2-40B4-BE49-F238E27FC236}">
                <a16:creationId xmlns:a16="http://schemas.microsoft.com/office/drawing/2014/main" id="{79D9EAB1-E355-464A-98EB-36266B2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671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CAP6942 | Course deliverables</a:t>
            </a:r>
          </a:p>
        </p:txBody>
      </p:sp>
      <p:sp>
        <p:nvSpPr>
          <p:cNvPr id="333" name="Task 10">
            <a:extLst xmlns:a="http://schemas.openxmlformats.org/drawingml/2006/main">
              <a:ext uri="{FF2B5EF4-FFF2-40B4-BE49-F238E27FC236}">
                <a16:creationId xmlns:a16="http://schemas.microsoft.com/office/drawing/2014/main" id="{006AE32B-05D8-4FF9-9EBF-82E0E0F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957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Bibliography, Research Canvas and project plan | Sep 27</a:t>
            </a:r>
          </a:p>
        </p:txBody>
      </p:sp>
      <p:sp>
        <p:nvSpPr>
          <p:cNvPr id="334" name="Status 10">
            <a:extLst xmlns:a="http://schemas.openxmlformats.org/drawingml/2006/main">
              <a:ext uri="{FF2B5EF4-FFF2-40B4-BE49-F238E27FC236}">
                <a16:creationId xmlns:a16="http://schemas.microsoft.com/office/drawing/2014/main" id="{C89D2F40-405F-4C1C-9133-6842E701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95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35" name="Week rule 10 2026-09-07">
            <a:extLst xmlns:a="http://schemas.openxmlformats.org/drawingml/2006/main">
              <a:ext uri="{FF2B5EF4-FFF2-40B4-BE49-F238E27FC236}">
                <a16:creationId xmlns:a16="http://schemas.microsoft.com/office/drawing/2014/main" id="{FC53ED3A-D5CD-4A29-9951-D3C5E58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6" name="Week rule 10 2026-09-14">
            <a:extLst xmlns:a="http://schemas.openxmlformats.org/drawingml/2006/main">
              <a:ext uri="{FF2B5EF4-FFF2-40B4-BE49-F238E27FC236}">
                <a16:creationId xmlns:a16="http://schemas.microsoft.com/office/drawing/2014/main" id="{D36B6A1A-9AEC-49B3-BD8B-205D4E8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7" name="Week rule 10 2026-09-21">
            <a:extLst xmlns:a="http://schemas.openxmlformats.org/drawingml/2006/main">
              <a:ext uri="{FF2B5EF4-FFF2-40B4-BE49-F238E27FC236}">
                <a16:creationId xmlns:a16="http://schemas.microsoft.com/office/drawing/2014/main" id="{A5F2FCCE-61BC-4DC8-83CD-ADC7B001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8" name="Week rule 10 2026-09-28">
            <a:extLst xmlns:a="http://schemas.openxmlformats.org/drawingml/2006/main">
              <a:ext uri="{FF2B5EF4-FFF2-40B4-BE49-F238E27FC236}">
                <a16:creationId xmlns:a16="http://schemas.microsoft.com/office/drawing/2014/main" id="{B0FFFCCB-19AB-4425-83BF-AB30F53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9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455F5655-CD97-4054-8BEA-FDC133A0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0" name="Week rule 10 2026-10-12">
            <a:extLst xmlns:a="http://schemas.openxmlformats.org/drawingml/2006/main">
              <a:ext uri="{FF2B5EF4-FFF2-40B4-BE49-F238E27FC236}">
                <a16:creationId xmlns:a16="http://schemas.microsoft.com/office/drawing/2014/main" id="{4FA22DF9-ADA3-4832-B4FC-6FEDE57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1" name="Week rule 10 2026-10-19">
            <a:extLst xmlns:a="http://schemas.openxmlformats.org/drawingml/2006/main">
              <a:ext uri="{FF2B5EF4-FFF2-40B4-BE49-F238E27FC236}">
                <a16:creationId xmlns:a16="http://schemas.microsoft.com/office/drawing/2014/main" id="{BF58F85C-B8D5-44A3-B1C9-4155C967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2" name="Week rule 10 2026-10-26">
            <a:extLst xmlns:a="http://schemas.openxmlformats.org/drawingml/2006/main">
              <a:ext uri="{FF2B5EF4-FFF2-40B4-BE49-F238E27FC236}">
                <a16:creationId xmlns:a16="http://schemas.microsoft.com/office/drawing/2014/main" id="{850593DA-F601-46FF-AAC0-1A51FA7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3" name="Week rule 10 2026-11-02">
            <a:extLst xmlns:a="http://schemas.openxmlformats.org/drawingml/2006/main">
              <a:ext uri="{FF2B5EF4-FFF2-40B4-BE49-F238E27FC236}">
                <a16:creationId xmlns:a16="http://schemas.microsoft.com/office/drawing/2014/main" id="{3994443D-8B55-4700-8DCF-98B0364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4" name="Week rule 10 2026-11-09">
            <a:extLst xmlns:a="http://schemas.openxmlformats.org/drawingml/2006/main">
              <a:ext uri="{FF2B5EF4-FFF2-40B4-BE49-F238E27FC236}">
                <a16:creationId xmlns:a16="http://schemas.microsoft.com/office/drawing/2014/main" id="{ED65DD03-3338-4DE8-9949-A38FCE3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5" name="Week rule 10 2026-11-16">
            <a:extLst xmlns:a="http://schemas.openxmlformats.org/drawingml/2006/main">
              <a:ext uri="{FF2B5EF4-FFF2-40B4-BE49-F238E27FC236}">
                <a16:creationId xmlns:a16="http://schemas.microsoft.com/office/drawing/2014/main" id="{F9F5B5DD-657E-4374-9B47-E2647B06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6" name="Week rule 10 2026-11-23">
            <a:extLst xmlns:a="http://schemas.openxmlformats.org/drawingml/2006/main">
              <a:ext uri="{FF2B5EF4-FFF2-40B4-BE49-F238E27FC236}">
                <a16:creationId xmlns:a16="http://schemas.microsoft.com/office/drawing/2014/main" id="{C817BE09-6023-4CC7-8E0F-267F987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7" name="Week rule 10 2026-11-30">
            <a:extLst xmlns:a="http://schemas.openxmlformats.org/drawingml/2006/main">
              <a:ext uri="{FF2B5EF4-FFF2-40B4-BE49-F238E27FC236}">
                <a16:creationId xmlns:a16="http://schemas.microsoft.com/office/drawing/2014/main" id="{D8BE6283-38E1-4B38-A7EF-24ED9175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8" name="Week rule 10 2026-12-07">
            <a:extLst xmlns:a="http://schemas.openxmlformats.org/drawingml/2006/main">
              <a:ext uri="{FF2B5EF4-FFF2-40B4-BE49-F238E27FC236}">
                <a16:creationId xmlns:a16="http://schemas.microsoft.com/office/drawing/2014/main" id="{EC3D0766-FF5D-499C-AC24-97FE96E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9" name="Week rule 10 2026-12-14">
            <a:extLst xmlns:a="http://schemas.openxmlformats.org/drawingml/2006/main">
              <a:ext uri="{FF2B5EF4-FFF2-40B4-BE49-F238E27FC236}">
                <a16:creationId xmlns:a16="http://schemas.microsoft.com/office/drawing/2014/main" id="{E50B5283-7C60-4F93-AE08-8973883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0" name="Week rule 10 2026-12-21">
            <a:extLst xmlns:a="http://schemas.openxmlformats.org/drawingml/2006/main">
              <a:ext uri="{FF2B5EF4-FFF2-40B4-BE49-F238E27FC236}">
                <a16:creationId xmlns:a16="http://schemas.microsoft.com/office/drawing/2014/main" id="{B5423AA8-B7B5-4F81-B2E0-BD4D1E8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1" name="Week rule 10 2026-12-28">
            <a:extLst xmlns:a="http://schemas.openxmlformats.org/drawingml/2006/main">
              <a:ext uri="{FF2B5EF4-FFF2-40B4-BE49-F238E27FC236}">
                <a16:creationId xmlns:a16="http://schemas.microsoft.com/office/drawing/2014/main" id="{AD66612E-7F4C-4CFB-8054-F365A59C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2" name="Week rule 10 2027-01-01">
            <a:extLst xmlns:a="http://schemas.openxmlformats.org/drawingml/2006/main">
              <a:ext uri="{FF2B5EF4-FFF2-40B4-BE49-F238E27FC236}">
                <a16:creationId xmlns:a16="http://schemas.microsoft.com/office/drawing/2014/main" id="{D30D7FB8-6E98-4893-9F23-3D440FAB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3" name="Week rule 10 2027-02-01">
            <a:extLst xmlns:a="http://schemas.openxmlformats.org/drawingml/2006/main">
              <a:ext uri="{FF2B5EF4-FFF2-40B4-BE49-F238E27FC236}">
                <a16:creationId xmlns:a16="http://schemas.microsoft.com/office/drawing/2014/main" id="{2434F938-45E6-4EEB-951E-0A0E6F9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4" name="Week rule 10 2027-03-01">
            <a:extLst xmlns:a="http://schemas.openxmlformats.org/drawingml/2006/main">
              <a:ext uri="{FF2B5EF4-FFF2-40B4-BE49-F238E27FC236}">
                <a16:creationId xmlns:a16="http://schemas.microsoft.com/office/drawing/2014/main" id="{398C71A6-79AB-44E7-9D65-676234D4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5" name="Bar 10 0">
            <a:extLst xmlns:a="http://schemas.openxmlformats.org/drawingml/2006/main">
              <a:ext uri="{FF2B5EF4-FFF2-40B4-BE49-F238E27FC236}">
                <a16:creationId xmlns:a16="http://schemas.microsoft.com/office/drawing/2014/main" id="{9996F454-DDCE-4FE5-8B26-B3D534D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3481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56" name="Row rule 10">
            <a:extLst xmlns:a="http://schemas.openxmlformats.org/drawingml/2006/main">
              <a:ext uri="{FF2B5EF4-FFF2-40B4-BE49-F238E27FC236}">
                <a16:creationId xmlns:a16="http://schemas.microsoft.com/office/drawing/2014/main" id="{56ED52F2-D501-49EC-B0CD-19F69E5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53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7" name="Row tint 11">
            <a:extLst xmlns:a="http://schemas.openxmlformats.org/drawingml/2006/main">
              <a:ext uri="{FF2B5EF4-FFF2-40B4-BE49-F238E27FC236}">
                <a16:creationId xmlns:a16="http://schemas.microsoft.com/office/drawing/2014/main" id="{FA440C18-E047-46DF-8446-8DCAD054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53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58" name="Task 11">
            <a:extLst xmlns:a="http://schemas.openxmlformats.org/drawingml/2006/main">
              <a:ext uri="{FF2B5EF4-FFF2-40B4-BE49-F238E27FC236}">
                <a16:creationId xmlns:a16="http://schemas.microsoft.com/office/drawing/2014/main" id="{25893718-8B90-49EF-8913-495A921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053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Prepare final report, presentation and video</a:t>
            </a:r>
          </a:p>
        </p:txBody>
      </p:sp>
      <p:sp>
        <p:nvSpPr>
          <p:cNvPr id="359" name="Status 11">
            <a:extLst xmlns:a="http://schemas.openxmlformats.org/drawingml/2006/main">
              <a:ext uri="{FF2B5EF4-FFF2-40B4-BE49-F238E27FC236}">
                <a16:creationId xmlns:a16="http://schemas.microsoft.com/office/drawing/2014/main" id="{7D31F668-A19E-4B87-9216-438D7EA3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053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60" name="Week rule 11 2026-09-07">
            <a:extLst xmlns:a="http://schemas.openxmlformats.org/drawingml/2006/main">
              <a:ext uri="{FF2B5EF4-FFF2-40B4-BE49-F238E27FC236}">
                <a16:creationId xmlns:a16="http://schemas.microsoft.com/office/drawing/2014/main" id="{4EC508FC-08BB-45F5-B596-5DE818D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1" name="Week rule 11 2026-09-14">
            <a:extLst xmlns:a="http://schemas.openxmlformats.org/drawingml/2006/main">
              <a:ext uri="{FF2B5EF4-FFF2-40B4-BE49-F238E27FC236}">
                <a16:creationId xmlns:a16="http://schemas.microsoft.com/office/drawing/2014/main" id="{B8FF756C-642E-413D-8F3E-11B0136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2" name="Week rule 11 2026-09-21">
            <a:extLst xmlns:a="http://schemas.openxmlformats.org/drawingml/2006/main">
              <a:ext uri="{FF2B5EF4-FFF2-40B4-BE49-F238E27FC236}">
                <a16:creationId xmlns:a16="http://schemas.microsoft.com/office/drawing/2014/main" id="{858A6C75-7CCD-4F62-ACE9-2006AFE0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3" name="Week rule 11 2026-09-28">
            <a:extLst xmlns:a="http://schemas.openxmlformats.org/drawingml/2006/main">
              <a:ext uri="{FF2B5EF4-FFF2-40B4-BE49-F238E27FC236}">
                <a16:creationId xmlns:a16="http://schemas.microsoft.com/office/drawing/2014/main" id="{F677C623-F296-486D-981C-004E33E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4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EFDF5FEE-A34F-48B6-9D2A-DB8DFD1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5" name="Week rule 11 2026-10-12">
            <a:extLst xmlns:a="http://schemas.openxmlformats.org/drawingml/2006/main">
              <a:ext uri="{FF2B5EF4-FFF2-40B4-BE49-F238E27FC236}">
                <a16:creationId xmlns:a16="http://schemas.microsoft.com/office/drawing/2014/main" id="{D554B265-0233-40D4-A0D6-57A1BA9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6" name="Week rule 11 2026-10-19">
            <a:extLst xmlns:a="http://schemas.openxmlformats.org/drawingml/2006/main">
              <a:ext uri="{FF2B5EF4-FFF2-40B4-BE49-F238E27FC236}">
                <a16:creationId xmlns:a16="http://schemas.microsoft.com/office/drawing/2014/main" id="{1FEB5447-3A2A-4431-A2F2-E97BF26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7" name="Week rule 11 2026-10-26">
            <a:extLst xmlns:a="http://schemas.openxmlformats.org/drawingml/2006/main">
              <a:ext uri="{FF2B5EF4-FFF2-40B4-BE49-F238E27FC236}">
                <a16:creationId xmlns:a16="http://schemas.microsoft.com/office/drawing/2014/main" id="{8F8A6CF8-B35B-4CA0-900A-E4F9753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8" name="Week rule 11 2026-11-02">
            <a:extLst xmlns:a="http://schemas.openxmlformats.org/drawingml/2006/main">
              <a:ext uri="{FF2B5EF4-FFF2-40B4-BE49-F238E27FC236}">
                <a16:creationId xmlns:a16="http://schemas.microsoft.com/office/drawing/2014/main" id="{CAA87767-CBC9-4855-B61F-7A8F413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9" name="Week rule 11 2026-11-09">
            <a:extLst xmlns:a="http://schemas.openxmlformats.org/drawingml/2006/main">
              <a:ext uri="{FF2B5EF4-FFF2-40B4-BE49-F238E27FC236}">
                <a16:creationId xmlns:a16="http://schemas.microsoft.com/office/drawing/2014/main" id="{83862DD5-3DB7-4394-97B3-1F3EF7AD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0" name="Week rule 11 2026-11-16">
            <a:extLst xmlns:a="http://schemas.openxmlformats.org/drawingml/2006/main">
              <a:ext uri="{FF2B5EF4-FFF2-40B4-BE49-F238E27FC236}">
                <a16:creationId xmlns:a16="http://schemas.microsoft.com/office/drawing/2014/main" id="{99CD4A7E-7BC1-4F7D-A25C-D53532B3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1" name="Week rule 11 2026-11-23">
            <a:extLst xmlns:a="http://schemas.openxmlformats.org/drawingml/2006/main">
              <a:ext uri="{FF2B5EF4-FFF2-40B4-BE49-F238E27FC236}">
                <a16:creationId xmlns:a16="http://schemas.microsoft.com/office/drawing/2014/main" id="{20B48021-0192-4EEF-B89A-337B8EB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2" name="Week rule 11 2026-11-30">
            <a:extLst xmlns:a="http://schemas.openxmlformats.org/drawingml/2006/main">
              <a:ext uri="{FF2B5EF4-FFF2-40B4-BE49-F238E27FC236}">
                <a16:creationId xmlns:a16="http://schemas.microsoft.com/office/drawing/2014/main" id="{9D623B9F-C05A-40C7-81C5-3D40478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3" name="Week rule 11 2026-12-07">
            <a:extLst xmlns:a="http://schemas.openxmlformats.org/drawingml/2006/main">
              <a:ext uri="{FF2B5EF4-FFF2-40B4-BE49-F238E27FC236}">
                <a16:creationId xmlns:a16="http://schemas.microsoft.com/office/drawing/2014/main" id="{61FC31A5-4357-4DE8-B1A2-6F0379F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4" name="Week rule 11 2026-12-14">
            <a:extLst xmlns:a="http://schemas.openxmlformats.org/drawingml/2006/main">
              <a:ext uri="{FF2B5EF4-FFF2-40B4-BE49-F238E27FC236}">
                <a16:creationId xmlns:a16="http://schemas.microsoft.com/office/drawing/2014/main" id="{0535E1DD-E07E-46D6-BA7F-46CE027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5" name="Week rule 11 2026-12-21">
            <a:extLst xmlns:a="http://schemas.openxmlformats.org/drawingml/2006/main">
              <a:ext uri="{FF2B5EF4-FFF2-40B4-BE49-F238E27FC236}">
                <a16:creationId xmlns:a16="http://schemas.microsoft.com/office/drawing/2014/main" id="{23855E1B-9EA1-4CDA-995C-E5702CAA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6" name="Week rule 11 2026-12-28">
            <a:extLst xmlns:a="http://schemas.openxmlformats.org/drawingml/2006/main">
              <a:ext uri="{FF2B5EF4-FFF2-40B4-BE49-F238E27FC236}">
                <a16:creationId xmlns:a16="http://schemas.microsoft.com/office/drawing/2014/main" id="{0DE2C1A4-D409-48C4-8B9B-D46AE4A0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7" name="Week rule 11 2027-01-01">
            <a:extLst xmlns:a="http://schemas.openxmlformats.org/drawingml/2006/main">
              <a:ext uri="{FF2B5EF4-FFF2-40B4-BE49-F238E27FC236}">
                <a16:creationId xmlns:a16="http://schemas.microsoft.com/office/drawing/2014/main" id="{7276406B-F519-4CD3-8C11-0F0650C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8" name="Week rule 11 2027-02-01">
            <a:extLst xmlns:a="http://schemas.openxmlformats.org/drawingml/2006/main">
              <a:ext uri="{FF2B5EF4-FFF2-40B4-BE49-F238E27FC236}">
                <a16:creationId xmlns:a16="http://schemas.microsoft.com/office/drawing/2014/main" id="{C75EF60A-C80F-4CC3-B654-20EF04D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9" name="Week rule 11 2027-03-01">
            <a:extLst xmlns:a="http://schemas.openxmlformats.org/drawingml/2006/main">
              <a:ext uri="{FF2B5EF4-FFF2-40B4-BE49-F238E27FC236}">
                <a16:creationId xmlns:a16="http://schemas.microsoft.com/office/drawing/2014/main" id="{CE9D836E-A073-42C9-945C-15E9A93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0" name="Bar 11 0">
            <a:extLst xmlns:a="http://schemas.openxmlformats.org/drawingml/2006/main">
              <a:ext uri="{FF2B5EF4-FFF2-40B4-BE49-F238E27FC236}">
                <a16:creationId xmlns:a16="http://schemas.microsoft.com/office/drawing/2014/main" id="{BDD53298-B06A-481E-A223-04B3C3E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1" name="Bar 11 1">
            <a:extLst xmlns:a="http://schemas.openxmlformats.org/drawingml/2006/main">
              <a:ext uri="{FF2B5EF4-FFF2-40B4-BE49-F238E27FC236}">
                <a16:creationId xmlns:a16="http://schemas.microsoft.com/office/drawing/2014/main" id="{ED5B4B4B-AB34-4A57-A3C7-34E5C03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2" name="Bar 11 2">
            <a:extLst xmlns:a="http://schemas.openxmlformats.org/drawingml/2006/main">
              <a:ext uri="{FF2B5EF4-FFF2-40B4-BE49-F238E27FC236}">
                <a16:creationId xmlns:a16="http://schemas.microsoft.com/office/drawing/2014/main" id="{18FBE8A6-7A92-47E2-A1A3-F716896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3" name="Row rule 11">
            <a:extLst xmlns:a="http://schemas.openxmlformats.org/drawingml/2006/main">
              <a:ext uri="{FF2B5EF4-FFF2-40B4-BE49-F238E27FC236}">
                <a16:creationId xmlns:a16="http://schemas.microsoft.com/office/drawing/2014/main" id="{6DDF26C7-93E9-4E02-BD69-C4FA600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148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4" name="Task 12">
            <a:extLst xmlns:a="http://schemas.openxmlformats.org/drawingml/2006/main">
              <a:ext uri="{FF2B5EF4-FFF2-40B4-BE49-F238E27FC236}">
                <a16:creationId xmlns:a16="http://schemas.microsoft.com/office/drawing/2014/main" id="{9D1EC3BB-3244-4BDC-B838-A4F30376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148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Rehearsal | Dec 1</a:t>
            </a:r>
          </a:p>
        </p:txBody>
      </p:sp>
      <p:sp>
        <p:nvSpPr>
          <p:cNvPr id="385" name="Status 12">
            <a:extLst xmlns:a="http://schemas.openxmlformats.org/drawingml/2006/main">
              <a:ext uri="{FF2B5EF4-FFF2-40B4-BE49-F238E27FC236}">
                <a16:creationId xmlns:a16="http://schemas.microsoft.com/office/drawing/2014/main" id="{A62BF9AC-1ED4-40DE-8B42-333A1AE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86" name="Week rule 12 2026-09-07">
            <a:extLst xmlns:a="http://schemas.openxmlformats.org/drawingml/2006/main">
              <a:ext uri="{FF2B5EF4-FFF2-40B4-BE49-F238E27FC236}">
                <a16:creationId xmlns:a16="http://schemas.microsoft.com/office/drawing/2014/main" id="{32507E16-39A1-40F1-97CB-402B83A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7" name="Week rule 12 2026-09-14">
            <a:extLst xmlns:a="http://schemas.openxmlformats.org/drawingml/2006/main">
              <a:ext uri="{FF2B5EF4-FFF2-40B4-BE49-F238E27FC236}">
                <a16:creationId xmlns:a16="http://schemas.microsoft.com/office/drawing/2014/main" id="{E18765BA-85F7-4134-B3C2-73C04BB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8" name="Week rule 12 2026-09-21">
            <a:extLst xmlns:a="http://schemas.openxmlformats.org/drawingml/2006/main">
              <a:ext uri="{FF2B5EF4-FFF2-40B4-BE49-F238E27FC236}">
                <a16:creationId xmlns:a16="http://schemas.microsoft.com/office/drawing/2014/main" id="{32EE0076-46D8-444E-B557-C20D4D7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9" name="Week rule 12 2026-09-28">
            <a:extLst xmlns:a="http://schemas.openxmlformats.org/drawingml/2006/main">
              <a:ext uri="{FF2B5EF4-FFF2-40B4-BE49-F238E27FC236}">
                <a16:creationId xmlns:a16="http://schemas.microsoft.com/office/drawing/2014/main" id="{CDC2C22D-2952-4EB5-997A-9D82BF1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0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69E6BD7E-9A54-42FD-B530-0A2C94DE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1" name="Week rule 12 2026-10-12">
            <a:extLst xmlns:a="http://schemas.openxmlformats.org/drawingml/2006/main">
              <a:ext uri="{FF2B5EF4-FFF2-40B4-BE49-F238E27FC236}">
                <a16:creationId xmlns:a16="http://schemas.microsoft.com/office/drawing/2014/main" id="{734BF2AC-5967-45F4-B826-BC9174E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2" name="Week rule 12 2026-10-19">
            <a:extLst xmlns:a="http://schemas.openxmlformats.org/drawingml/2006/main">
              <a:ext uri="{FF2B5EF4-FFF2-40B4-BE49-F238E27FC236}">
                <a16:creationId xmlns:a16="http://schemas.microsoft.com/office/drawing/2014/main" id="{C7FC5058-DAE8-4112-9FD1-4C32569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3" name="Week rule 12 2026-10-26">
            <a:extLst xmlns:a="http://schemas.openxmlformats.org/drawingml/2006/main">
              <a:ext uri="{FF2B5EF4-FFF2-40B4-BE49-F238E27FC236}">
                <a16:creationId xmlns:a16="http://schemas.microsoft.com/office/drawing/2014/main" id="{AEB1CA7D-67A8-4A8C-9712-D4086A1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4" name="Week rule 12 2026-11-02">
            <a:extLst xmlns:a="http://schemas.openxmlformats.org/drawingml/2006/main">
              <a:ext uri="{FF2B5EF4-FFF2-40B4-BE49-F238E27FC236}">
                <a16:creationId xmlns:a16="http://schemas.microsoft.com/office/drawing/2014/main" id="{E4411503-4825-4AAB-8147-60035DE8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5" name="Week rule 12 2026-11-09">
            <a:extLst xmlns:a="http://schemas.openxmlformats.org/drawingml/2006/main">
              <a:ext uri="{FF2B5EF4-FFF2-40B4-BE49-F238E27FC236}">
                <a16:creationId xmlns:a16="http://schemas.microsoft.com/office/drawing/2014/main" id="{F848E0E0-CC00-48FA-B7FA-AF18B68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6" name="Week rule 12 2026-11-16">
            <a:extLst xmlns:a="http://schemas.openxmlformats.org/drawingml/2006/main">
              <a:ext uri="{FF2B5EF4-FFF2-40B4-BE49-F238E27FC236}">
                <a16:creationId xmlns:a16="http://schemas.microsoft.com/office/drawing/2014/main" id="{F7D3EDC8-EF88-40CF-AFF5-3674BB7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7" name="Week rule 12 2026-11-23">
            <a:extLst xmlns:a="http://schemas.openxmlformats.org/drawingml/2006/main">
              <a:ext uri="{FF2B5EF4-FFF2-40B4-BE49-F238E27FC236}">
                <a16:creationId xmlns:a16="http://schemas.microsoft.com/office/drawing/2014/main" id="{5E289AA9-DE8E-46BF-A539-07D4FC1F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8" name="Week rule 12 2026-11-30">
            <a:extLst xmlns:a="http://schemas.openxmlformats.org/drawingml/2006/main">
              <a:ext uri="{FF2B5EF4-FFF2-40B4-BE49-F238E27FC236}">
                <a16:creationId xmlns:a16="http://schemas.microsoft.com/office/drawing/2014/main" id="{C9DFC7BD-5198-4546-9821-5BF724F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9" name="Week rule 12 2026-12-07">
            <a:extLst xmlns:a="http://schemas.openxmlformats.org/drawingml/2006/main">
              <a:ext uri="{FF2B5EF4-FFF2-40B4-BE49-F238E27FC236}">
                <a16:creationId xmlns:a16="http://schemas.microsoft.com/office/drawing/2014/main" id="{B7044D54-5960-483E-909C-78BE2EF9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0" name="Week rule 12 2026-12-14">
            <a:extLst xmlns:a="http://schemas.openxmlformats.org/drawingml/2006/main">
              <a:ext uri="{FF2B5EF4-FFF2-40B4-BE49-F238E27FC236}">
                <a16:creationId xmlns:a16="http://schemas.microsoft.com/office/drawing/2014/main" id="{0AB2D82A-5E61-476C-A4AE-95C34216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1" name="Week rule 12 2026-12-21">
            <a:extLst xmlns:a="http://schemas.openxmlformats.org/drawingml/2006/main">
              <a:ext uri="{FF2B5EF4-FFF2-40B4-BE49-F238E27FC236}">
                <a16:creationId xmlns:a16="http://schemas.microsoft.com/office/drawing/2014/main" id="{626C7831-E9BC-41B5-9035-E2924B7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2" name="Week rule 12 2026-12-28">
            <a:extLst xmlns:a="http://schemas.openxmlformats.org/drawingml/2006/main">
              <a:ext uri="{FF2B5EF4-FFF2-40B4-BE49-F238E27FC236}">
                <a16:creationId xmlns:a16="http://schemas.microsoft.com/office/drawing/2014/main" id="{A3F0B758-389F-4661-B088-A7091C0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3" name="Week rule 12 2027-01-01">
            <a:extLst xmlns:a="http://schemas.openxmlformats.org/drawingml/2006/main">
              <a:ext uri="{FF2B5EF4-FFF2-40B4-BE49-F238E27FC236}">
                <a16:creationId xmlns:a16="http://schemas.microsoft.com/office/drawing/2014/main" id="{7678C186-386D-4481-A8FE-3CF1930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4" name="Week rule 12 2027-02-01">
            <a:extLst xmlns:a="http://schemas.openxmlformats.org/drawingml/2006/main">
              <a:ext uri="{FF2B5EF4-FFF2-40B4-BE49-F238E27FC236}">
                <a16:creationId xmlns:a16="http://schemas.microsoft.com/office/drawing/2014/main" id="{D9E4444B-1561-4E83-9859-F528CF9F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5" name="Week rule 12 2027-03-01">
            <a:extLst xmlns:a="http://schemas.openxmlformats.org/drawingml/2006/main">
              <a:ext uri="{FF2B5EF4-FFF2-40B4-BE49-F238E27FC236}">
                <a16:creationId xmlns:a16="http://schemas.microsoft.com/office/drawing/2014/main" id="{F42BFC57-FA5E-455C-B305-DF238071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6" name="Milestone 35">
            <a:extLst xmlns:a="http://schemas.openxmlformats.org/drawingml/2006/main">
              <a:ext uri="{FF2B5EF4-FFF2-40B4-BE49-F238E27FC236}">
                <a16:creationId xmlns:a16="http://schemas.microsoft.com/office/drawing/2014/main" id="{3DA9EAE1-8889-4280-9CE2-53BB5B6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901" y="47720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07" name="Row rule 12">
            <a:extLst xmlns:a="http://schemas.openxmlformats.org/drawingml/2006/main">
              <a:ext uri="{FF2B5EF4-FFF2-40B4-BE49-F238E27FC236}">
                <a16:creationId xmlns:a16="http://schemas.microsoft.com/office/drawing/2014/main" id="{45C8DFCE-AE6D-4341-A3B2-C038AED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8" name="Row tint 13">
            <a:extLst xmlns:a="http://schemas.openxmlformats.org/drawingml/2006/main">
              <a:ext uri="{FF2B5EF4-FFF2-40B4-BE49-F238E27FC236}">
                <a16:creationId xmlns:a16="http://schemas.microsoft.com/office/drawing/2014/main" id="{88AD8648-76F1-46DA-8530-D1B8652D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09" name="Task 13">
            <a:extLst xmlns:a="http://schemas.openxmlformats.org/drawingml/2006/main">
              <a:ext uri="{FF2B5EF4-FFF2-40B4-BE49-F238E27FC236}">
                <a16:creationId xmlns:a16="http://schemas.microsoft.com/office/drawing/2014/main" id="{A4FE9500-62EA-4C5A-AF15-2FD19D3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244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report | Dec 7</a:t>
            </a:r>
          </a:p>
        </p:txBody>
      </p:sp>
      <p:sp>
        <p:nvSpPr>
          <p:cNvPr id="410" name="Status 13">
            <a:extLst xmlns:a="http://schemas.openxmlformats.org/drawingml/2006/main">
              <a:ext uri="{FF2B5EF4-FFF2-40B4-BE49-F238E27FC236}">
                <a16:creationId xmlns:a16="http://schemas.microsoft.com/office/drawing/2014/main" id="{CF3F96D3-3A65-490A-9313-47FBAAC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244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11" name="Week rule 13 2026-09-07">
            <a:extLst xmlns:a="http://schemas.openxmlformats.org/drawingml/2006/main">
              <a:ext uri="{FF2B5EF4-FFF2-40B4-BE49-F238E27FC236}">
                <a16:creationId xmlns:a16="http://schemas.microsoft.com/office/drawing/2014/main" id="{3C72CB06-DBF0-44D9-BB39-15B58C2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2" name="Week rule 13 2026-09-14">
            <a:extLst xmlns:a="http://schemas.openxmlformats.org/drawingml/2006/main">
              <a:ext uri="{FF2B5EF4-FFF2-40B4-BE49-F238E27FC236}">
                <a16:creationId xmlns:a16="http://schemas.microsoft.com/office/drawing/2014/main" id="{E02B8951-FB9E-42B4-AB7A-E8AC457C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3" name="Week rule 13 2026-09-21">
            <a:extLst xmlns:a="http://schemas.openxmlformats.org/drawingml/2006/main">
              <a:ext uri="{FF2B5EF4-FFF2-40B4-BE49-F238E27FC236}">
                <a16:creationId xmlns:a16="http://schemas.microsoft.com/office/drawing/2014/main" id="{1ABC7EB2-6944-4B2B-870E-8C7C780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4" name="Week rule 13 2026-09-28">
            <a:extLst xmlns:a="http://schemas.openxmlformats.org/drawingml/2006/main">
              <a:ext uri="{FF2B5EF4-FFF2-40B4-BE49-F238E27FC236}">
                <a16:creationId xmlns:a16="http://schemas.microsoft.com/office/drawing/2014/main" id="{81CD53EB-AE3D-48C4-9704-6F34A4D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5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9066C4AF-D29B-4FD9-BEE0-F2B4672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6" name="Week rule 13 2026-10-12">
            <a:extLst xmlns:a="http://schemas.openxmlformats.org/drawingml/2006/main">
              <a:ext uri="{FF2B5EF4-FFF2-40B4-BE49-F238E27FC236}">
                <a16:creationId xmlns:a16="http://schemas.microsoft.com/office/drawing/2014/main" id="{0B375931-ABDD-4701-9458-093FC26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7" name="Week rule 13 2026-10-19">
            <a:extLst xmlns:a="http://schemas.openxmlformats.org/drawingml/2006/main">
              <a:ext uri="{FF2B5EF4-FFF2-40B4-BE49-F238E27FC236}">
                <a16:creationId xmlns:a16="http://schemas.microsoft.com/office/drawing/2014/main" id="{D97905E0-2B06-497F-9C35-2C45F5B4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8" name="Week rule 13 2026-10-26">
            <a:extLst xmlns:a="http://schemas.openxmlformats.org/drawingml/2006/main">
              <a:ext uri="{FF2B5EF4-FFF2-40B4-BE49-F238E27FC236}">
                <a16:creationId xmlns:a16="http://schemas.microsoft.com/office/drawing/2014/main" id="{7F592DD0-501E-4C9C-B97B-8C67CC5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9" name="Week rule 13 2026-11-02">
            <a:extLst xmlns:a="http://schemas.openxmlformats.org/drawingml/2006/main">
              <a:ext uri="{FF2B5EF4-FFF2-40B4-BE49-F238E27FC236}">
                <a16:creationId xmlns:a16="http://schemas.microsoft.com/office/drawing/2014/main" id="{7BDED47F-C017-4745-B733-121EDF30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0" name="Week rule 13 2026-11-09">
            <a:extLst xmlns:a="http://schemas.openxmlformats.org/drawingml/2006/main">
              <a:ext uri="{FF2B5EF4-FFF2-40B4-BE49-F238E27FC236}">
                <a16:creationId xmlns:a16="http://schemas.microsoft.com/office/drawing/2014/main" id="{56635401-3073-4BB9-BDA7-05512FB0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1" name="Week rule 13 2026-11-16">
            <a:extLst xmlns:a="http://schemas.openxmlformats.org/drawingml/2006/main">
              <a:ext uri="{FF2B5EF4-FFF2-40B4-BE49-F238E27FC236}">
                <a16:creationId xmlns:a16="http://schemas.microsoft.com/office/drawing/2014/main" id="{90736C70-3E30-43B3-8F0B-0A8589CE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2" name="Week rule 13 2026-11-23">
            <a:extLst xmlns:a="http://schemas.openxmlformats.org/drawingml/2006/main">
              <a:ext uri="{FF2B5EF4-FFF2-40B4-BE49-F238E27FC236}">
                <a16:creationId xmlns:a16="http://schemas.microsoft.com/office/drawing/2014/main" id="{8AAF44AD-ED4B-4930-ABB5-37F8566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3" name="Week rule 13 2026-11-30">
            <a:extLst xmlns:a="http://schemas.openxmlformats.org/drawingml/2006/main">
              <a:ext uri="{FF2B5EF4-FFF2-40B4-BE49-F238E27FC236}">
                <a16:creationId xmlns:a16="http://schemas.microsoft.com/office/drawing/2014/main" id="{91BCA499-7846-469F-A28F-C3173CA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4" name="Week rule 13 2026-12-07">
            <a:extLst xmlns:a="http://schemas.openxmlformats.org/drawingml/2006/main">
              <a:ext uri="{FF2B5EF4-FFF2-40B4-BE49-F238E27FC236}">
                <a16:creationId xmlns:a16="http://schemas.microsoft.com/office/drawing/2014/main" id="{0F0FB8D7-AF64-406C-9788-EB5AA23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5" name="Week rule 13 2026-12-14">
            <a:extLst xmlns:a="http://schemas.openxmlformats.org/drawingml/2006/main">
              <a:ext uri="{FF2B5EF4-FFF2-40B4-BE49-F238E27FC236}">
                <a16:creationId xmlns:a16="http://schemas.microsoft.com/office/drawing/2014/main" id="{8F0E7FB7-BAD6-4198-8B81-872F4476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6" name="Week rule 13 2026-12-21">
            <a:extLst xmlns:a="http://schemas.openxmlformats.org/drawingml/2006/main">
              <a:ext uri="{FF2B5EF4-FFF2-40B4-BE49-F238E27FC236}">
                <a16:creationId xmlns:a16="http://schemas.microsoft.com/office/drawing/2014/main" id="{21AA15E0-3DEA-4E4A-9EE4-830CA56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7" name="Week rule 13 2026-12-28">
            <a:extLst xmlns:a="http://schemas.openxmlformats.org/drawingml/2006/main">
              <a:ext uri="{FF2B5EF4-FFF2-40B4-BE49-F238E27FC236}">
                <a16:creationId xmlns:a16="http://schemas.microsoft.com/office/drawing/2014/main" id="{ABD56885-7C2C-4549-9D6F-9AAE77F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8" name="Week rule 13 2027-01-01">
            <a:extLst xmlns:a="http://schemas.openxmlformats.org/drawingml/2006/main">
              <a:ext uri="{FF2B5EF4-FFF2-40B4-BE49-F238E27FC236}">
                <a16:creationId xmlns:a16="http://schemas.microsoft.com/office/drawing/2014/main" id="{5530AC62-AC2D-4AC2-8E9D-35736B45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9" name="Week rule 13 2027-02-01">
            <a:extLst xmlns:a="http://schemas.openxmlformats.org/drawingml/2006/main">
              <a:ext uri="{FF2B5EF4-FFF2-40B4-BE49-F238E27FC236}">
                <a16:creationId xmlns:a16="http://schemas.microsoft.com/office/drawing/2014/main" id="{D0C70C78-2578-4CBB-919F-5460EEE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0" name="Week rule 13 2027-03-01">
            <a:extLst xmlns:a="http://schemas.openxmlformats.org/drawingml/2006/main">
              <a:ext uri="{FF2B5EF4-FFF2-40B4-BE49-F238E27FC236}">
                <a16:creationId xmlns:a16="http://schemas.microsoft.com/office/drawing/2014/main" id="{E6D1EBEA-ECBF-4680-8610-C68D9C4D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1" name="Milestone 36">
            <a:extLst xmlns:a="http://schemas.openxmlformats.org/drawingml/2006/main">
              <a:ext uri="{FF2B5EF4-FFF2-40B4-BE49-F238E27FC236}">
                <a16:creationId xmlns:a16="http://schemas.microsoft.com/office/drawing/2014/main" id="{09028901-7FCD-4E80-A7A0-FF1EA6A8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316" y="49815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32" name="Row rule 13">
            <a:extLst xmlns:a="http://schemas.openxmlformats.org/drawingml/2006/main">
              <a:ext uri="{FF2B5EF4-FFF2-40B4-BE49-F238E27FC236}">
                <a16:creationId xmlns:a16="http://schemas.microsoft.com/office/drawing/2014/main" id="{B62AABCB-088D-4654-BC40-C2968DA3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33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3" name="Task 14">
            <a:extLst xmlns:a="http://schemas.openxmlformats.org/drawingml/2006/main">
              <a:ext uri="{FF2B5EF4-FFF2-40B4-BE49-F238E27FC236}">
                <a16:creationId xmlns:a16="http://schemas.microsoft.com/office/drawing/2014/main" id="{10B0BD33-7F57-40F2-AA10-220F2F2D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339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Presentation and video | Dec 8</a:t>
            </a:r>
          </a:p>
        </p:txBody>
      </p:sp>
      <p:sp>
        <p:nvSpPr>
          <p:cNvPr id="434" name="Status 14">
            <a:extLst xmlns:a="http://schemas.openxmlformats.org/drawingml/2006/main">
              <a:ext uri="{FF2B5EF4-FFF2-40B4-BE49-F238E27FC236}">
                <a16:creationId xmlns:a16="http://schemas.microsoft.com/office/drawing/2014/main" id="{8B6FA78B-A4D1-4FA0-9ABE-660B97E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35" name="Week rule 14 2026-09-07">
            <a:extLst xmlns:a="http://schemas.openxmlformats.org/drawingml/2006/main">
              <a:ext uri="{FF2B5EF4-FFF2-40B4-BE49-F238E27FC236}">
                <a16:creationId xmlns:a16="http://schemas.microsoft.com/office/drawing/2014/main" id="{9FB77F0C-BAA3-4566-9153-63A6C32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6" name="Week rule 14 2026-09-14">
            <a:extLst xmlns:a="http://schemas.openxmlformats.org/drawingml/2006/main">
              <a:ext uri="{FF2B5EF4-FFF2-40B4-BE49-F238E27FC236}">
                <a16:creationId xmlns:a16="http://schemas.microsoft.com/office/drawing/2014/main" id="{70734746-93D3-4A5A-BA33-91F1659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7" name="Week rule 14 2026-09-21">
            <a:extLst xmlns:a="http://schemas.openxmlformats.org/drawingml/2006/main">
              <a:ext uri="{FF2B5EF4-FFF2-40B4-BE49-F238E27FC236}">
                <a16:creationId xmlns:a16="http://schemas.microsoft.com/office/drawing/2014/main" id="{02224EC3-BF7B-41A3-8F95-5403A782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8" name="Week rule 14 2026-09-28">
            <a:extLst xmlns:a="http://schemas.openxmlformats.org/drawingml/2006/main">
              <a:ext uri="{FF2B5EF4-FFF2-40B4-BE49-F238E27FC236}">
                <a16:creationId xmlns:a16="http://schemas.microsoft.com/office/drawing/2014/main" id="{A5405556-6615-456C-A534-4579780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9" name="Week rule 14 2026-10-05">
            <a:extLst xmlns:a="http://schemas.openxmlformats.org/drawingml/2006/main">
              <a:ext uri="{FF2B5EF4-FFF2-40B4-BE49-F238E27FC236}">
                <a16:creationId xmlns:a16="http://schemas.microsoft.com/office/drawing/2014/main" id="{90FD59EA-DCE4-42C9-9D90-8834BFE3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0" name="Week rule 14 2026-10-12">
            <a:extLst xmlns:a="http://schemas.openxmlformats.org/drawingml/2006/main">
              <a:ext uri="{FF2B5EF4-FFF2-40B4-BE49-F238E27FC236}">
                <a16:creationId xmlns:a16="http://schemas.microsoft.com/office/drawing/2014/main" id="{83D4DD80-AFB2-4433-BA01-033EE39C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1" name="Week rule 14 2026-10-19">
            <a:extLst xmlns:a="http://schemas.openxmlformats.org/drawingml/2006/main">
              <a:ext uri="{FF2B5EF4-FFF2-40B4-BE49-F238E27FC236}">
                <a16:creationId xmlns:a16="http://schemas.microsoft.com/office/drawing/2014/main" id="{80505E2F-D5EA-4B23-97E5-3494DFF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2" name="Week rule 14 2026-10-26">
            <a:extLst xmlns:a="http://schemas.openxmlformats.org/drawingml/2006/main">
              <a:ext uri="{FF2B5EF4-FFF2-40B4-BE49-F238E27FC236}">
                <a16:creationId xmlns:a16="http://schemas.microsoft.com/office/drawing/2014/main" id="{DCE93034-AD0F-4C87-9E6A-17D18C1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3" name="Week rule 14 2026-11-02">
            <a:extLst xmlns:a="http://schemas.openxmlformats.org/drawingml/2006/main">
              <a:ext uri="{FF2B5EF4-FFF2-40B4-BE49-F238E27FC236}">
                <a16:creationId xmlns:a16="http://schemas.microsoft.com/office/drawing/2014/main" id="{83F45313-DD25-4E9E-8BF6-F109F47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4" name="Week rule 14 2026-11-09">
            <a:extLst xmlns:a="http://schemas.openxmlformats.org/drawingml/2006/main">
              <a:ext uri="{FF2B5EF4-FFF2-40B4-BE49-F238E27FC236}">
                <a16:creationId xmlns:a16="http://schemas.microsoft.com/office/drawing/2014/main" id="{8B338EBE-AB40-496D-8C0F-B6C7E3F8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5" name="Week rule 14 2026-11-16">
            <a:extLst xmlns:a="http://schemas.openxmlformats.org/drawingml/2006/main">
              <a:ext uri="{FF2B5EF4-FFF2-40B4-BE49-F238E27FC236}">
                <a16:creationId xmlns:a16="http://schemas.microsoft.com/office/drawing/2014/main" id="{601DD584-24BA-49C3-8E06-A8DC5EA1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6" name="Week rule 14 2026-11-23">
            <a:extLst xmlns:a="http://schemas.openxmlformats.org/drawingml/2006/main">
              <a:ext uri="{FF2B5EF4-FFF2-40B4-BE49-F238E27FC236}">
                <a16:creationId xmlns:a16="http://schemas.microsoft.com/office/drawing/2014/main" id="{7AC2D75C-28A6-4527-90C7-FB181258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7" name="Week rule 14 2026-11-30">
            <a:extLst xmlns:a="http://schemas.openxmlformats.org/drawingml/2006/main">
              <a:ext uri="{FF2B5EF4-FFF2-40B4-BE49-F238E27FC236}">
                <a16:creationId xmlns:a16="http://schemas.microsoft.com/office/drawing/2014/main" id="{FA2E9E25-38BA-4575-95D4-618ECA1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8" name="Week rule 14 2026-12-07">
            <a:extLst xmlns:a="http://schemas.openxmlformats.org/drawingml/2006/main">
              <a:ext uri="{FF2B5EF4-FFF2-40B4-BE49-F238E27FC236}">
                <a16:creationId xmlns:a16="http://schemas.microsoft.com/office/drawing/2014/main" id="{2F42C0E3-70B9-4B90-8DED-F0E9B03E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9" name="Week rule 14 2026-12-14">
            <a:extLst xmlns:a="http://schemas.openxmlformats.org/drawingml/2006/main">
              <a:ext uri="{FF2B5EF4-FFF2-40B4-BE49-F238E27FC236}">
                <a16:creationId xmlns:a16="http://schemas.microsoft.com/office/drawing/2014/main" id="{F7276244-C3E5-42C9-9768-90D36231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0" name="Week rule 14 2026-12-21">
            <a:extLst xmlns:a="http://schemas.openxmlformats.org/drawingml/2006/main">
              <a:ext uri="{FF2B5EF4-FFF2-40B4-BE49-F238E27FC236}">
                <a16:creationId xmlns:a16="http://schemas.microsoft.com/office/drawing/2014/main" id="{6657B180-0A3D-4AED-8539-FB4B9B9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1" name="Week rule 14 2026-12-28">
            <a:extLst xmlns:a="http://schemas.openxmlformats.org/drawingml/2006/main">
              <a:ext uri="{FF2B5EF4-FFF2-40B4-BE49-F238E27FC236}">
                <a16:creationId xmlns:a16="http://schemas.microsoft.com/office/drawing/2014/main" id="{041DC47B-0C90-42F8-9EA3-42C8424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2" name="Week rule 14 2027-01-01">
            <a:extLst xmlns:a="http://schemas.openxmlformats.org/drawingml/2006/main">
              <a:ext uri="{FF2B5EF4-FFF2-40B4-BE49-F238E27FC236}">
                <a16:creationId xmlns:a16="http://schemas.microsoft.com/office/drawing/2014/main" id="{A5BCBB1B-D8CD-47E9-A073-A46257B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3" name="Week rule 14 2027-02-01">
            <a:extLst xmlns:a="http://schemas.openxmlformats.org/drawingml/2006/main">
              <a:ext uri="{FF2B5EF4-FFF2-40B4-BE49-F238E27FC236}">
                <a16:creationId xmlns:a16="http://schemas.microsoft.com/office/drawing/2014/main" id="{6EA9EBF2-489C-4E02-99E7-77B64DA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4" name="Week rule 14 2027-03-01">
            <a:extLst xmlns:a="http://schemas.openxmlformats.org/drawingml/2006/main">
              <a:ext uri="{FF2B5EF4-FFF2-40B4-BE49-F238E27FC236}">
                <a16:creationId xmlns:a16="http://schemas.microsoft.com/office/drawing/2014/main" id="{FFFA909D-65E0-4244-9D29-E62BA58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5" name="Milestone 37">
            <a:extLst xmlns:a="http://schemas.openxmlformats.org/drawingml/2006/main">
              <a:ext uri="{FF2B5EF4-FFF2-40B4-BE49-F238E27FC236}">
                <a16:creationId xmlns:a16="http://schemas.microsoft.com/office/drawing/2014/main" id="{2CA3FA40-C259-4F5E-A6F2-E98E95E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885" y="51911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56" name="Row rule 14">
            <a:extLst xmlns:a="http://schemas.openxmlformats.org/drawingml/2006/main">
              <a:ext uri="{FF2B5EF4-FFF2-40B4-BE49-F238E27FC236}">
                <a16:creationId xmlns:a16="http://schemas.microsoft.com/office/drawing/2014/main" id="{646752DC-EA4A-4165-803A-58896E1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7" name="Section Research continuation | Provisional January–March 2027">
            <a:extLst xmlns:a="http://schemas.openxmlformats.org/drawingml/2006/main">
              <a:ext uri="{FF2B5EF4-FFF2-40B4-BE49-F238E27FC236}">
                <a16:creationId xmlns:a16="http://schemas.microsoft.com/office/drawing/2014/main" id="{16AE2076-5EBB-4F5C-BFC3-14A509E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58" name="Section title Research continuation | Provisional January–March 2027">
            <a:extLst xmlns:a="http://schemas.openxmlformats.org/drawingml/2006/main">
              <a:ext uri="{FF2B5EF4-FFF2-40B4-BE49-F238E27FC236}">
                <a16:creationId xmlns:a16="http://schemas.microsoft.com/office/drawing/2014/main" id="{AADCDEE9-D2C7-4A03-BA19-C95252D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3435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continuation | Provisional January–March 2027</a:t>
            </a:r>
          </a:p>
        </p:txBody>
      </p:sp>
      <p:sp>
        <p:nvSpPr>
          <p:cNvPr id="459" name="Row tint 15">
            <a:extLst xmlns:a="http://schemas.openxmlformats.org/drawingml/2006/main">
              <a:ext uri="{FF2B5EF4-FFF2-40B4-BE49-F238E27FC236}">
                <a16:creationId xmlns:a16="http://schemas.microsoft.com/office/drawing/2014/main" id="{9B62F1DF-60EB-4FDE-BA1A-B51DB1F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721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60" name="Task 15">
            <a:extLst xmlns:a="http://schemas.openxmlformats.org/drawingml/2006/main">
              <a:ext uri="{FF2B5EF4-FFF2-40B4-BE49-F238E27FC236}">
                <a16:creationId xmlns:a16="http://schemas.microsoft.com/office/drawing/2014/main" id="{6E9E3B2A-730C-427D-9D36-EEE9E41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721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Further experiments and external validation</a:t>
            </a:r>
          </a:p>
        </p:txBody>
      </p:sp>
      <p:sp>
        <p:nvSpPr>
          <p:cNvPr id="461" name="Status 15">
            <a:extLst xmlns:a="http://schemas.openxmlformats.org/drawingml/2006/main">
              <a:ext uri="{FF2B5EF4-FFF2-40B4-BE49-F238E27FC236}">
                <a16:creationId xmlns:a16="http://schemas.microsoft.com/office/drawing/2014/main" id="{51DA1655-949E-4CC8-8235-4A0521D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462" name="Week rule 15 2026-09-07">
            <a:extLst xmlns:a="http://schemas.openxmlformats.org/drawingml/2006/main">
              <a:ext uri="{FF2B5EF4-FFF2-40B4-BE49-F238E27FC236}">
                <a16:creationId xmlns:a16="http://schemas.microsoft.com/office/drawing/2014/main" id="{422BC38C-12E2-4FBE-99CC-B63E2F3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3" name="Week rule 15 2026-09-14">
            <a:extLst xmlns:a="http://schemas.openxmlformats.org/drawingml/2006/main">
              <a:ext uri="{FF2B5EF4-FFF2-40B4-BE49-F238E27FC236}">
                <a16:creationId xmlns:a16="http://schemas.microsoft.com/office/drawing/2014/main" id="{6B605F7B-E357-4144-A646-3701153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4" name="Week rule 15 2026-09-21">
            <a:extLst xmlns:a="http://schemas.openxmlformats.org/drawingml/2006/main">
              <a:ext uri="{FF2B5EF4-FFF2-40B4-BE49-F238E27FC236}">
                <a16:creationId xmlns:a16="http://schemas.microsoft.com/office/drawing/2014/main" id="{9128B4AB-E2C4-40C0-96BA-7F41CAC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5" name="Week rule 15 2026-09-28">
            <a:extLst xmlns:a="http://schemas.openxmlformats.org/drawingml/2006/main">
              <a:ext uri="{FF2B5EF4-FFF2-40B4-BE49-F238E27FC236}">
                <a16:creationId xmlns:a16="http://schemas.microsoft.com/office/drawing/2014/main" id="{9F92F079-ADD9-4D3D-9218-C158FB3D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6" name="Week rule 15 2026-10-05">
            <a:extLst xmlns:a="http://schemas.openxmlformats.org/drawingml/2006/main">
              <a:ext uri="{FF2B5EF4-FFF2-40B4-BE49-F238E27FC236}">
                <a16:creationId xmlns:a16="http://schemas.microsoft.com/office/drawing/2014/main" id="{B0A3A037-A28C-4DA4-A622-CBBEEBB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7" name="Week rule 15 2026-10-12">
            <a:extLst xmlns:a="http://schemas.openxmlformats.org/drawingml/2006/main">
              <a:ext uri="{FF2B5EF4-FFF2-40B4-BE49-F238E27FC236}">
                <a16:creationId xmlns:a16="http://schemas.microsoft.com/office/drawing/2014/main" id="{2838A511-81F2-45FB-AF2C-C95AF630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8" name="Week rule 15 2026-10-19">
            <a:extLst xmlns:a="http://schemas.openxmlformats.org/drawingml/2006/main">
              <a:ext uri="{FF2B5EF4-FFF2-40B4-BE49-F238E27FC236}">
                <a16:creationId xmlns:a16="http://schemas.microsoft.com/office/drawing/2014/main" id="{2B54528A-256E-4A3A-BCC8-3E1EB86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9" name="Week rule 15 2026-10-26">
            <a:extLst xmlns:a="http://schemas.openxmlformats.org/drawingml/2006/main">
              <a:ext uri="{FF2B5EF4-FFF2-40B4-BE49-F238E27FC236}">
                <a16:creationId xmlns:a16="http://schemas.microsoft.com/office/drawing/2014/main" id="{50DBC955-06D8-42C6-A3C8-D1D8F68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0" name="Week rule 15 2026-11-02">
            <a:extLst xmlns:a="http://schemas.openxmlformats.org/drawingml/2006/main">
              <a:ext uri="{FF2B5EF4-FFF2-40B4-BE49-F238E27FC236}">
                <a16:creationId xmlns:a16="http://schemas.microsoft.com/office/drawing/2014/main" id="{463AAD49-6C45-4550-A6B3-A6365FB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1" name="Week rule 15 2026-11-09">
            <a:extLst xmlns:a="http://schemas.openxmlformats.org/drawingml/2006/main">
              <a:ext uri="{FF2B5EF4-FFF2-40B4-BE49-F238E27FC236}">
                <a16:creationId xmlns:a16="http://schemas.microsoft.com/office/drawing/2014/main" id="{287237B8-17AA-4432-815C-308D9C2D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2" name="Week rule 15 2026-11-16">
            <a:extLst xmlns:a="http://schemas.openxmlformats.org/drawingml/2006/main">
              <a:ext uri="{FF2B5EF4-FFF2-40B4-BE49-F238E27FC236}">
                <a16:creationId xmlns:a16="http://schemas.microsoft.com/office/drawing/2014/main" id="{AA83983A-C3E6-46B9-9347-01BB51B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3" name="Week rule 15 2026-11-23">
            <a:extLst xmlns:a="http://schemas.openxmlformats.org/drawingml/2006/main">
              <a:ext uri="{FF2B5EF4-FFF2-40B4-BE49-F238E27FC236}">
                <a16:creationId xmlns:a16="http://schemas.microsoft.com/office/drawing/2014/main" id="{590DDF6A-3D2B-44E5-A2AD-B19CAA0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4" name="Week rule 15 2026-11-30">
            <a:extLst xmlns:a="http://schemas.openxmlformats.org/drawingml/2006/main">
              <a:ext uri="{FF2B5EF4-FFF2-40B4-BE49-F238E27FC236}">
                <a16:creationId xmlns:a16="http://schemas.microsoft.com/office/drawing/2014/main" id="{E7AE4CB5-8A1E-4B43-B84B-C8CAC2C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5" name="Week rule 15 2026-12-07">
            <a:extLst xmlns:a="http://schemas.openxmlformats.org/drawingml/2006/main">
              <a:ext uri="{FF2B5EF4-FFF2-40B4-BE49-F238E27FC236}">
                <a16:creationId xmlns:a16="http://schemas.microsoft.com/office/drawing/2014/main" id="{84E7A031-0C22-46AD-B4AC-36936134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6" name="Week rule 15 2026-12-14">
            <a:extLst xmlns:a="http://schemas.openxmlformats.org/drawingml/2006/main">
              <a:ext uri="{FF2B5EF4-FFF2-40B4-BE49-F238E27FC236}">
                <a16:creationId xmlns:a16="http://schemas.microsoft.com/office/drawing/2014/main" id="{65D2454C-5E07-4794-AB76-B29DFF45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7" name="Week rule 15 2026-12-21">
            <a:extLst xmlns:a="http://schemas.openxmlformats.org/drawingml/2006/main">
              <a:ext uri="{FF2B5EF4-FFF2-40B4-BE49-F238E27FC236}">
                <a16:creationId xmlns:a16="http://schemas.microsoft.com/office/drawing/2014/main" id="{7E778954-7495-46FD-8D84-9873039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8" name="Week rule 15 2026-12-28">
            <a:extLst xmlns:a="http://schemas.openxmlformats.org/drawingml/2006/main">
              <a:ext uri="{FF2B5EF4-FFF2-40B4-BE49-F238E27FC236}">
                <a16:creationId xmlns:a16="http://schemas.microsoft.com/office/drawing/2014/main" id="{BB0C8140-F42A-45B8-8A8B-9B9A9F51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9" name="Week rule 15 2027-01-01">
            <a:extLst xmlns:a="http://schemas.openxmlformats.org/drawingml/2006/main">
              <a:ext uri="{FF2B5EF4-FFF2-40B4-BE49-F238E27FC236}">
                <a16:creationId xmlns:a16="http://schemas.microsoft.com/office/drawing/2014/main" id="{19EBB702-B1C0-4CDD-BDC7-F1EC790B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0" name="Week rule 15 2027-02-01">
            <a:extLst xmlns:a="http://schemas.openxmlformats.org/drawingml/2006/main">
              <a:ext uri="{FF2B5EF4-FFF2-40B4-BE49-F238E27FC236}">
                <a16:creationId xmlns:a16="http://schemas.microsoft.com/office/drawing/2014/main" id="{AB570E7F-1D95-4D79-B0E9-43BBDB0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1" name="Week rule 15 2027-03-01">
            <a:extLst xmlns:a="http://schemas.openxmlformats.org/drawingml/2006/main">
              <a:ext uri="{FF2B5EF4-FFF2-40B4-BE49-F238E27FC236}">
                <a16:creationId xmlns:a16="http://schemas.microsoft.com/office/drawing/2014/main" id="{E118559B-6BBB-4A07-B327-B975E8F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2" name="Bar 15 0">
            <a:extLst xmlns:a="http://schemas.openxmlformats.org/drawingml/2006/main">
              <a:ext uri="{FF2B5EF4-FFF2-40B4-BE49-F238E27FC236}">
                <a16:creationId xmlns:a16="http://schemas.microsoft.com/office/drawing/2014/main" id="{2AEC46B7-A784-4A44-9AC4-B70842CF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6245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3" name="Bar 15 1">
            <a:extLst xmlns:a="http://schemas.openxmlformats.org/drawingml/2006/main">
              <a:ext uri="{FF2B5EF4-FFF2-40B4-BE49-F238E27FC236}">
                <a16:creationId xmlns:a16="http://schemas.microsoft.com/office/drawing/2014/main" id="{26E9C8D4-379B-4BB8-AE3F-FE8E858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6245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4" name="Row rule 15">
            <a:extLst xmlns:a="http://schemas.openxmlformats.org/drawingml/2006/main">
              <a:ext uri="{FF2B5EF4-FFF2-40B4-BE49-F238E27FC236}">
                <a16:creationId xmlns:a16="http://schemas.microsoft.com/office/drawing/2014/main" id="{588FA445-70EE-4083-90AB-3E6E829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81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5" name="Task 16">
            <a:extLst xmlns:a="http://schemas.openxmlformats.org/drawingml/2006/main">
              <a:ext uri="{FF2B5EF4-FFF2-40B4-BE49-F238E27FC236}">
                <a16:creationId xmlns:a16="http://schemas.microsoft.com/office/drawing/2014/main" id="{B9941BA1-319F-4E7E-8C17-985B056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7816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Manuscript consolidation and March review</a:t>
            </a:r>
          </a:p>
        </p:txBody>
      </p:sp>
      <p:sp>
        <p:nvSpPr>
          <p:cNvPr id="486" name="Status 16">
            <a:extLst xmlns:a="http://schemas.openxmlformats.org/drawingml/2006/main">
              <a:ext uri="{FF2B5EF4-FFF2-40B4-BE49-F238E27FC236}">
                <a16:creationId xmlns:a16="http://schemas.microsoft.com/office/drawing/2014/main" id="{C0CF688C-A9AD-4DF7-BB32-119D4F8A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87" name="Week rule 16 2026-09-07">
            <a:extLst xmlns:a="http://schemas.openxmlformats.org/drawingml/2006/main">
              <a:ext uri="{FF2B5EF4-FFF2-40B4-BE49-F238E27FC236}">
                <a16:creationId xmlns:a16="http://schemas.microsoft.com/office/drawing/2014/main" id="{CDA55D99-3DCC-4F74-A7C5-594A8F4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8" name="Week rule 16 2026-09-14">
            <a:extLst xmlns:a="http://schemas.openxmlformats.org/drawingml/2006/main">
              <a:ext uri="{FF2B5EF4-FFF2-40B4-BE49-F238E27FC236}">
                <a16:creationId xmlns:a16="http://schemas.microsoft.com/office/drawing/2014/main" id="{DF6908BD-F454-4A48-9393-5E0BB18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9" name="Week rule 16 2026-09-21">
            <a:extLst xmlns:a="http://schemas.openxmlformats.org/drawingml/2006/main">
              <a:ext uri="{FF2B5EF4-FFF2-40B4-BE49-F238E27FC236}">
                <a16:creationId xmlns:a16="http://schemas.microsoft.com/office/drawing/2014/main" id="{53BB7955-5B75-4686-88BC-F5C8E43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0" name="Week rule 16 2026-09-28">
            <a:extLst xmlns:a="http://schemas.openxmlformats.org/drawingml/2006/main">
              <a:ext uri="{FF2B5EF4-FFF2-40B4-BE49-F238E27FC236}">
                <a16:creationId xmlns:a16="http://schemas.microsoft.com/office/drawing/2014/main" id="{16DF5450-B72A-494B-B926-D13A2B4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1" name="Week rule 16 2026-10-05">
            <a:extLst xmlns:a="http://schemas.openxmlformats.org/drawingml/2006/main">
              <a:ext uri="{FF2B5EF4-FFF2-40B4-BE49-F238E27FC236}">
                <a16:creationId xmlns:a16="http://schemas.microsoft.com/office/drawing/2014/main" id="{EEDC3786-4065-4ED6-AA0F-A4E9BA48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2" name="Week rule 16 2026-10-12">
            <a:extLst xmlns:a="http://schemas.openxmlformats.org/drawingml/2006/main">
              <a:ext uri="{FF2B5EF4-FFF2-40B4-BE49-F238E27FC236}">
                <a16:creationId xmlns:a16="http://schemas.microsoft.com/office/drawing/2014/main" id="{494B8A30-AB1F-49C6-A533-B0B94FA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3" name="Week rule 16 2026-10-19">
            <a:extLst xmlns:a="http://schemas.openxmlformats.org/drawingml/2006/main">
              <a:ext uri="{FF2B5EF4-FFF2-40B4-BE49-F238E27FC236}">
                <a16:creationId xmlns:a16="http://schemas.microsoft.com/office/drawing/2014/main" id="{5C16C248-4275-4843-8CE0-7F72A44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4" name="Week rule 16 2026-10-26">
            <a:extLst xmlns:a="http://schemas.openxmlformats.org/drawingml/2006/main">
              <a:ext uri="{FF2B5EF4-FFF2-40B4-BE49-F238E27FC236}">
                <a16:creationId xmlns:a16="http://schemas.microsoft.com/office/drawing/2014/main" id="{F9F50C97-5FFD-4877-BBD9-2D29739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5" name="Week rule 16 2026-11-02">
            <a:extLst xmlns:a="http://schemas.openxmlformats.org/drawingml/2006/main">
              <a:ext uri="{FF2B5EF4-FFF2-40B4-BE49-F238E27FC236}">
                <a16:creationId xmlns:a16="http://schemas.microsoft.com/office/drawing/2014/main" id="{83991BDB-3B05-4417-9356-C9A49A65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6" name="Week rule 16 2026-11-09">
            <a:extLst xmlns:a="http://schemas.openxmlformats.org/drawingml/2006/main">
              <a:ext uri="{FF2B5EF4-FFF2-40B4-BE49-F238E27FC236}">
                <a16:creationId xmlns:a16="http://schemas.microsoft.com/office/drawing/2014/main" id="{0E718BEA-BC50-4574-9870-B154B27C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7" name="Week rule 16 2026-11-16">
            <a:extLst xmlns:a="http://schemas.openxmlformats.org/drawingml/2006/main">
              <a:ext uri="{FF2B5EF4-FFF2-40B4-BE49-F238E27FC236}">
                <a16:creationId xmlns:a16="http://schemas.microsoft.com/office/drawing/2014/main" id="{C4112CE8-0666-46A5-96CD-BC9BD8C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8" name="Week rule 16 2026-11-23">
            <a:extLst xmlns:a="http://schemas.openxmlformats.org/drawingml/2006/main">
              <a:ext uri="{FF2B5EF4-FFF2-40B4-BE49-F238E27FC236}">
                <a16:creationId xmlns:a16="http://schemas.microsoft.com/office/drawing/2014/main" id="{2686C32E-7F2D-4970-AFBC-AAA5C48F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9" name="Week rule 16 2026-11-30">
            <a:extLst xmlns:a="http://schemas.openxmlformats.org/drawingml/2006/main">
              <a:ext uri="{FF2B5EF4-FFF2-40B4-BE49-F238E27FC236}">
                <a16:creationId xmlns:a16="http://schemas.microsoft.com/office/drawing/2014/main" id="{BF334F24-2A95-4E06-A631-8F0B8A3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0" name="Week rule 16 2026-12-07">
            <a:extLst xmlns:a="http://schemas.openxmlformats.org/drawingml/2006/main">
              <a:ext uri="{FF2B5EF4-FFF2-40B4-BE49-F238E27FC236}">
                <a16:creationId xmlns:a16="http://schemas.microsoft.com/office/drawing/2014/main" id="{6BD7756F-260D-4AC0-BE08-17270A4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1" name="Week rule 16 2026-12-14">
            <a:extLst xmlns:a="http://schemas.openxmlformats.org/drawingml/2006/main">
              <a:ext uri="{FF2B5EF4-FFF2-40B4-BE49-F238E27FC236}">
                <a16:creationId xmlns:a16="http://schemas.microsoft.com/office/drawing/2014/main" id="{07E6F46C-2A14-48D2-A916-9033C70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2" name="Week rule 16 2026-12-21">
            <a:extLst xmlns:a="http://schemas.openxmlformats.org/drawingml/2006/main">
              <a:ext uri="{FF2B5EF4-FFF2-40B4-BE49-F238E27FC236}">
                <a16:creationId xmlns:a16="http://schemas.microsoft.com/office/drawing/2014/main" id="{38120AE6-899B-4CAA-90D4-7EF0E40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3" name="Week rule 16 2026-12-28">
            <a:extLst xmlns:a="http://schemas.openxmlformats.org/drawingml/2006/main">
              <a:ext uri="{FF2B5EF4-FFF2-40B4-BE49-F238E27FC236}">
                <a16:creationId xmlns:a16="http://schemas.microsoft.com/office/drawing/2014/main" id="{9B841931-956A-4B65-84CD-1E1196B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4" name="Week rule 16 2027-01-01">
            <a:extLst xmlns:a="http://schemas.openxmlformats.org/drawingml/2006/main">
              <a:ext uri="{FF2B5EF4-FFF2-40B4-BE49-F238E27FC236}">
                <a16:creationId xmlns:a16="http://schemas.microsoft.com/office/drawing/2014/main" id="{7D30C820-CDAC-46AE-AEE7-83F2F77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5" name="Week rule 16 2027-02-01">
            <a:extLst xmlns:a="http://schemas.openxmlformats.org/drawingml/2006/main">
              <a:ext uri="{FF2B5EF4-FFF2-40B4-BE49-F238E27FC236}">
                <a16:creationId xmlns:a16="http://schemas.microsoft.com/office/drawing/2014/main" id="{A1060B8D-39F8-42B5-8DD5-CE29156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6" name="Week rule 16 2027-03-01">
            <a:extLst xmlns:a="http://schemas.openxmlformats.org/drawingml/2006/main">
              <a:ext uri="{FF2B5EF4-FFF2-40B4-BE49-F238E27FC236}">
                <a16:creationId xmlns:a16="http://schemas.microsoft.com/office/drawing/2014/main" id="{4D22133C-E760-42A2-BAB0-89AC5CA1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7" name="Bar 16 0">
            <a:extLst xmlns:a="http://schemas.openxmlformats.org/drawingml/2006/main">
              <a:ext uri="{FF2B5EF4-FFF2-40B4-BE49-F238E27FC236}">
                <a16:creationId xmlns:a16="http://schemas.microsoft.com/office/drawing/2014/main" id="{538C28C7-9521-4D42-9DCA-AB698F9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8340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8" name="Bar 16 1">
            <a:extLst xmlns:a="http://schemas.openxmlformats.org/drawingml/2006/main">
              <a:ext uri="{FF2B5EF4-FFF2-40B4-BE49-F238E27FC236}">
                <a16:creationId xmlns:a16="http://schemas.microsoft.com/office/drawing/2014/main" id="{F6BAF046-8314-42AB-BBDE-74BF3CE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8340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09" name="Milestone 40">
            <a:extLst xmlns:a="http://schemas.openxmlformats.org/drawingml/2006/main">
              <a:ext uri="{FF2B5EF4-FFF2-40B4-BE49-F238E27FC236}">
                <a16:creationId xmlns:a16="http://schemas.microsoft.com/office/drawing/2014/main" id="{FFDDD4A4-309A-4A88-9F51-620AF6CD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8388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0" name="Row rule 16">
            <a:extLst xmlns:a="http://schemas.openxmlformats.org/drawingml/2006/main">
              <a:ext uri="{FF2B5EF4-FFF2-40B4-BE49-F238E27FC236}">
                <a16:creationId xmlns:a16="http://schemas.microsoft.com/office/drawing/2014/main" id="{99D20014-4FAB-4659-8DE7-20870071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91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1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1180DE2B-B1F2-4D2D-B720-5AA03A8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2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A9CAE2D-7D6E-42C6-BE20-D0A5672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13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45F845AF-4E43-4B00-A0A1-AFAB674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4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6BBFE1F1-78D9-4E32-B446-FF4F8DE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15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6A969DCA-4996-46E0-AB95-5BB8918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16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7B87BBED-08EF-4B8E-8961-38E4605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7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9C104601-4299-4E2C-A87A-1024EA2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8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16D7CC4F-E977-46C9-BA66-3BDD586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19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987CEA0-0D29-4B87-82A9-304F9A3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153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20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4B0C0306-318A-455F-8830-9C842F9A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15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521" name="Date stamp">
            <a:extLst xmlns:a="http://schemas.openxmlformats.org/drawingml/2006/main">
              <a:ext uri="{FF2B5EF4-FFF2-40B4-BE49-F238E27FC236}">
                <a16:creationId xmlns:a16="http://schemas.microsoft.com/office/drawing/2014/main" id="{E9F2EE4C-07E9-4A22-BC9F-708A8887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1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29, 2026</a:t>
            </a:r>
          </a:p>
        </p:txBody>
      </p:sp>
      <p:sp>
        <p:nvSpPr>
          <p:cNvPr id="522" name="Footer 1">
            <a:extLst xmlns:a="http://schemas.openxmlformats.org/drawingml/2006/main">
              <a:ext uri="{FF2B5EF4-FFF2-40B4-BE49-F238E27FC236}">
                <a16:creationId xmlns:a16="http://schemas.microsoft.com/office/drawing/2014/main" id="{FD06992D-F20A-48A3-8E82-835D5E1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7222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AI supports literature study, coding, analysis and writing. Review and interpretation are included in the scheduled work.</a:t>
            </a:r>
          </a:p>
        </p:txBody>
      </p:sp>
      <p:sp>
        <p:nvSpPr>
          <p:cNvPr id="523" name="Footer 2">
            <a:extLst xmlns:a="http://schemas.openxmlformats.org/drawingml/2006/main">
              <a:ext uri="{FF2B5EF4-FFF2-40B4-BE49-F238E27FC236}">
                <a16:creationId xmlns:a16="http://schemas.microsoft.com/office/drawing/2014/main" id="{A3E4BFCE-ACF5-4E7F-A533-25AF8BD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913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Columns show week starting dates, then months in 2027. Course dates follow the syllabus schedule. Research completion remains open.</a:t>
            </a:r>
          </a:p>
        </p:txBody>
      </p:sp>
      <p:sp>
        <p:nvSpPr>
          <p:cNvPr id="524" name="Page">
            <a:extLst xmlns:a="http://schemas.openxmlformats.org/drawingml/2006/main">
              <a:ext uri="{FF2B5EF4-FFF2-40B4-BE49-F238E27FC236}">
                <a16:creationId xmlns:a16="http://schemas.microsoft.com/office/drawing/2014/main" id="{EA07A163-829D-491F-92CB-76B0A09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623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itle">
            <a:extLst xmlns:a="http://schemas.openxmlformats.org/drawingml/2006/main">
              <a:ext uri="{FF2B5EF4-FFF2-40B4-BE49-F238E27FC236}">
                <a16:creationId xmlns:a16="http://schemas.microsoft.com/office/drawing/2014/main" id="{58B9296E-5E14-4E81-9481-BFDBCAE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 | Understanding, Reproducibility and Alignment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820F1B-BBB4-4FFC-A2EB-E677D5B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core reading completed September 21. Discussion, data work, early implementation and writing now overlap.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CB5A2AB6-ACF7-4A31-BD65-4586574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29516F3C-0294-4D5A-875D-0A7E1E1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973EA8A8-3943-41CF-9DF9-F8508B6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816CD67F-8C10-4D8D-879F-86079E0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42DC6325-BD99-4832-BAC5-ABD477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8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37FB57EB-53AE-4EA1-9E32-D0AAD0A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9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FED1ED19-42D2-48B2-BAA2-DCC9FF56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0" name="Section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86730882-7DD2-4013-B0B7-960B178B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Section title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7C7AF690-0014-46C1-95F8-EA8ECE2C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Study and interpretation</a:t>
            </a:r>
          </a:p>
        </p:txBody>
      </p:sp>
      <p:sp>
        <p:nvSpPr>
          <p:cNvPr id="12" name="Task 0">
            <a:extLst xmlns:a="http://schemas.openxmlformats.org/drawingml/2006/main">
              <a:ext uri="{FF2B5EF4-FFF2-40B4-BE49-F238E27FC236}">
                <a16:creationId xmlns:a16="http://schemas.microsoft.com/office/drawing/2014/main" id="{5E80A84C-A1C8-4C6E-A9A7-A42518B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Paper discussion and notebook walkthrough</a:t>
            </a:r>
          </a:p>
        </p:txBody>
      </p:sp>
      <p:sp>
        <p:nvSpPr>
          <p:cNvPr id="13" name="Status 0">
            <a:extLst xmlns:a="http://schemas.openxmlformats.org/drawingml/2006/main">
              <a:ext uri="{FF2B5EF4-FFF2-40B4-BE49-F238E27FC236}">
                <a16:creationId xmlns:a16="http://schemas.microsoft.com/office/drawing/2014/main" id="{04ABB8B1-C265-451F-AAF6-771321C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14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" name="Dates 0">
            <a:extLst xmlns:a="http://schemas.openxmlformats.org/drawingml/2006/main">
              <a:ext uri="{FF2B5EF4-FFF2-40B4-BE49-F238E27FC236}">
                <a16:creationId xmlns:a16="http://schemas.microsoft.com/office/drawing/2014/main" id="{14682879-5663-4AA5-AE1E-E5B8F09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14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9/21–10/5</a:t>
            </a:r>
          </a:p>
        </p:txBody>
      </p:sp>
      <p:sp>
        <p:nvSpPr>
          <p:cNvPr id="15" name="Week rule 0 2026-09-21">
            <a:extLst xmlns:a="http://schemas.openxmlformats.org/drawingml/2006/main">
              <a:ext uri="{FF2B5EF4-FFF2-40B4-BE49-F238E27FC236}">
                <a16:creationId xmlns:a16="http://schemas.microsoft.com/office/drawing/2014/main" id="{0974C055-97E6-4363-B0E2-6E3956E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Week rule 0 2026-09-28">
            <a:extLst xmlns:a="http://schemas.openxmlformats.org/drawingml/2006/main">
              <a:ext uri="{FF2B5EF4-FFF2-40B4-BE49-F238E27FC236}">
                <a16:creationId xmlns:a16="http://schemas.microsoft.com/office/drawing/2014/main" id="{27571280-B0B1-4F38-8E6F-6FFCF4E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F56BFEA7-0122-45A4-962B-3A210C9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Bar 0 0">
            <a:extLst xmlns:a="http://schemas.openxmlformats.org/drawingml/2006/main">
              <a:ext uri="{FF2B5EF4-FFF2-40B4-BE49-F238E27FC236}">
                <a16:creationId xmlns:a16="http://schemas.microsoft.com/office/drawing/2014/main" id="{BCFF6B03-F2CC-4EFE-B5AC-1484C31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85913"/>
            <a:ext cx="392566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Row rule 0">
            <a:extLst xmlns:a="http://schemas.openxmlformats.org/drawingml/2006/main">
              <a:ext uri="{FF2B5EF4-FFF2-40B4-BE49-F238E27FC236}">
                <a16:creationId xmlns:a16="http://schemas.microsoft.com/office/drawing/2014/main" id="{E226DBD5-75A4-4AE1-A273-131C1B5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Row tint 1">
            <a:extLst xmlns:a="http://schemas.openxmlformats.org/drawingml/2006/main">
              <a:ext uri="{FF2B5EF4-FFF2-40B4-BE49-F238E27FC236}">
                <a16:creationId xmlns:a16="http://schemas.microsoft.com/office/drawing/2014/main" id="{366380BD-FE1C-470A-972E-6E15F51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Task 1">
            <a:extLst xmlns:a="http://schemas.openxmlformats.org/drawingml/2006/main">
              <a:ext uri="{FF2B5EF4-FFF2-40B4-BE49-F238E27FC236}">
                <a16:creationId xmlns:a16="http://schemas.microsoft.com/office/drawing/2014/main" id="{CF0E05F0-2296-480F-A70F-64856EE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62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Interpret representation metrics and pilot results</a:t>
            </a:r>
          </a:p>
        </p:txBody>
      </p:sp>
      <p:sp>
        <p:nvSpPr>
          <p:cNvPr id="22" name="Status 1">
            <a:extLst xmlns:a="http://schemas.openxmlformats.org/drawingml/2006/main">
              <a:ext uri="{FF2B5EF4-FFF2-40B4-BE49-F238E27FC236}">
                <a16:creationId xmlns:a16="http://schemas.microsoft.com/office/drawing/2014/main" id="{49BD2F84-B39A-499C-875B-5EE3F1D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3" name="Dates 1">
            <a:extLst xmlns:a="http://schemas.openxmlformats.org/drawingml/2006/main">
              <a:ext uri="{FF2B5EF4-FFF2-40B4-BE49-F238E27FC236}">
                <a16:creationId xmlns:a16="http://schemas.microsoft.com/office/drawing/2014/main" id="{E578AD4E-A72E-4380-A4DF-A1B3238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24" name="Week rule 1 2026-09-21">
            <a:extLst xmlns:a="http://schemas.openxmlformats.org/drawingml/2006/main">
              <a:ext uri="{FF2B5EF4-FFF2-40B4-BE49-F238E27FC236}">
                <a16:creationId xmlns:a16="http://schemas.microsoft.com/office/drawing/2014/main" id="{6D46318F-20C1-450B-84D8-EFC5CED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Week rule 1 2026-09-28">
            <a:extLst xmlns:a="http://schemas.openxmlformats.org/drawingml/2006/main">
              <a:ext uri="{FF2B5EF4-FFF2-40B4-BE49-F238E27FC236}">
                <a16:creationId xmlns:a16="http://schemas.microsoft.com/office/drawing/2014/main" id="{2A36C8ED-EC83-411B-A13C-189767DE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1D75FB64-4881-40E1-A2D5-0247CF2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Bar 1 0">
            <a:extLst xmlns:a="http://schemas.openxmlformats.org/drawingml/2006/main">
              <a:ext uri="{FF2B5EF4-FFF2-40B4-BE49-F238E27FC236}">
                <a16:creationId xmlns:a16="http://schemas.microsoft.com/office/drawing/2014/main" id="{DD4FD363-AADF-416D-A75E-8D2B7AD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35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Row rule 1">
            <a:extLst xmlns:a="http://schemas.openxmlformats.org/drawingml/2006/main">
              <a:ext uri="{FF2B5EF4-FFF2-40B4-BE49-F238E27FC236}">
                <a16:creationId xmlns:a16="http://schemas.microsoft.com/office/drawing/2014/main" id="{DDF300E5-4790-4DD7-9BD4-3056B0D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9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Task 2">
            <a:extLst xmlns:a="http://schemas.openxmlformats.org/drawingml/2006/main">
              <a:ext uri="{FF2B5EF4-FFF2-40B4-BE49-F238E27FC236}">
                <a16:creationId xmlns:a16="http://schemas.microsoft.com/office/drawing/2014/main" id="{A33A8936-E846-4024-80B2-6028297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9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Draft a measurable definition of alignment</a:t>
            </a:r>
          </a:p>
        </p:txBody>
      </p:sp>
      <p:sp>
        <p:nvSpPr>
          <p:cNvPr id="30" name="Status 2">
            <a:extLst xmlns:a="http://schemas.openxmlformats.org/drawingml/2006/main">
              <a:ext uri="{FF2B5EF4-FFF2-40B4-BE49-F238E27FC236}">
                <a16:creationId xmlns:a16="http://schemas.microsoft.com/office/drawing/2014/main" id="{AD228153-277E-4B3C-97E5-FE13FD8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9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1" name="Dates 2">
            <a:extLst xmlns:a="http://schemas.openxmlformats.org/drawingml/2006/main">
              <a:ext uri="{FF2B5EF4-FFF2-40B4-BE49-F238E27FC236}">
                <a16:creationId xmlns:a16="http://schemas.microsoft.com/office/drawing/2014/main" id="{53A4AE4F-BC90-4239-A83A-6E512E2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32" name="Week rule 2 2026-09-21">
            <a:extLst xmlns:a="http://schemas.openxmlformats.org/drawingml/2006/main">
              <a:ext uri="{FF2B5EF4-FFF2-40B4-BE49-F238E27FC236}">
                <a16:creationId xmlns:a16="http://schemas.microsoft.com/office/drawing/2014/main" id="{5BCA0E6A-B5CE-4EB9-A523-C737C83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Week rule 2 2026-09-28">
            <a:extLst xmlns:a="http://schemas.openxmlformats.org/drawingml/2006/main">
              <a:ext uri="{FF2B5EF4-FFF2-40B4-BE49-F238E27FC236}">
                <a16:creationId xmlns:a16="http://schemas.microsoft.com/office/drawing/2014/main" id="{623C7377-EA9B-4586-9D5D-46BC01B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F152D31C-6550-4CC8-8D09-AD88999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Bar 2 0">
            <a:extLst xmlns:a="http://schemas.openxmlformats.org/drawingml/2006/main">
              <a:ext uri="{FF2B5EF4-FFF2-40B4-BE49-F238E27FC236}">
                <a16:creationId xmlns:a16="http://schemas.microsoft.com/office/drawing/2014/main" id="{F49C613B-373F-467D-B841-AA1F19D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8121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6" name="Row rule 2">
            <a:extLst xmlns:a="http://schemas.openxmlformats.org/drawingml/2006/main">
              <a:ext uri="{FF2B5EF4-FFF2-40B4-BE49-F238E27FC236}">
                <a16:creationId xmlns:a16="http://schemas.microsoft.com/office/drawing/2014/main" id="{F1B05D6A-4C37-4B08-B088-C0CE8A8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Section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11F2E2B6-D14B-4F87-A9ED-6761CE6A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8" name="Section title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73A1A4CE-0F61-4527-AF82-F43464D1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574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and reproducibility</a:t>
            </a:r>
          </a:p>
        </p:txBody>
      </p:sp>
      <p:sp>
        <p:nvSpPr>
          <p:cNvPr id="39" name="Row tint 3">
            <a:extLst xmlns:a="http://schemas.openxmlformats.org/drawingml/2006/main">
              <a:ext uri="{FF2B5EF4-FFF2-40B4-BE49-F238E27FC236}">
                <a16:creationId xmlns:a16="http://schemas.microsoft.com/office/drawing/2014/main" id="{18F85BD9-AF67-407F-8BE5-F3CB41C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860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0" name="Task 3">
            <a:extLst xmlns:a="http://schemas.openxmlformats.org/drawingml/2006/main">
              <a:ext uri="{FF2B5EF4-FFF2-40B4-BE49-F238E27FC236}">
                <a16:creationId xmlns:a16="http://schemas.microsoft.com/office/drawing/2014/main" id="{8A97B9F8-D07A-479E-A329-7E26959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860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Data labels, sequence regions and duplicates</a:t>
            </a:r>
          </a:p>
        </p:txBody>
      </p:sp>
      <p:sp>
        <p:nvSpPr>
          <p:cNvPr id="41" name="Status 3">
            <a:extLst xmlns:a="http://schemas.openxmlformats.org/drawingml/2006/main">
              <a:ext uri="{FF2B5EF4-FFF2-40B4-BE49-F238E27FC236}">
                <a16:creationId xmlns:a16="http://schemas.microsoft.com/office/drawing/2014/main" id="{0E90AC25-59A0-4524-A56C-CDBB3CB7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860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42" name="Dates 3">
            <a:extLst xmlns:a="http://schemas.openxmlformats.org/drawingml/2006/main">
              <a:ext uri="{FF2B5EF4-FFF2-40B4-BE49-F238E27FC236}">
                <a16:creationId xmlns:a16="http://schemas.microsoft.com/office/drawing/2014/main" id="{543F51A9-ED8C-443F-9B16-CF236C0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860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43" name="Week rule 3 2026-09-21">
            <a:extLst xmlns:a="http://schemas.openxmlformats.org/drawingml/2006/main">
              <a:ext uri="{FF2B5EF4-FFF2-40B4-BE49-F238E27FC236}">
                <a16:creationId xmlns:a16="http://schemas.microsoft.com/office/drawing/2014/main" id="{955DA5DC-DA69-4E52-8DC7-4451DE0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Week rule 3 2026-09-28">
            <a:extLst xmlns:a="http://schemas.openxmlformats.org/drawingml/2006/main">
              <a:ext uri="{FF2B5EF4-FFF2-40B4-BE49-F238E27FC236}">
                <a16:creationId xmlns:a16="http://schemas.microsoft.com/office/drawing/2014/main" id="{2D29E9DA-0F31-4F51-8B29-61A401C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C9FFDCE8-EB91-4DF2-8738-F4D322F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Bar 3 0">
            <a:extLst xmlns:a="http://schemas.openxmlformats.org/drawingml/2006/main">
              <a:ext uri="{FF2B5EF4-FFF2-40B4-BE49-F238E27FC236}">
                <a16:creationId xmlns:a16="http://schemas.microsoft.com/office/drawing/2014/main" id="{7F916FDC-68D6-4CBC-9881-7E4937B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74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7" name="Row rule 3">
            <a:extLst xmlns:a="http://schemas.openxmlformats.org/drawingml/2006/main">
              <a:ext uri="{FF2B5EF4-FFF2-40B4-BE49-F238E27FC236}">
                <a16:creationId xmlns:a16="http://schemas.microsoft.com/office/drawing/2014/main" id="{EF6A65B1-6F9C-4664-848F-CE67CF0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33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Task 4">
            <a:extLst xmlns:a="http://schemas.openxmlformats.org/drawingml/2006/main">
              <a:ext uri="{FF2B5EF4-FFF2-40B4-BE49-F238E27FC236}">
                <a16:creationId xmlns:a16="http://schemas.microsoft.com/office/drawing/2014/main" id="{7B5F18B9-8928-4489-9582-38C633E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336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Train/test separation and preprocessing</a:t>
            </a:r>
          </a:p>
        </p:txBody>
      </p:sp>
      <p:sp>
        <p:nvSpPr>
          <p:cNvPr id="49" name="Status 4">
            <a:extLst xmlns:a="http://schemas.openxmlformats.org/drawingml/2006/main">
              <a:ext uri="{FF2B5EF4-FFF2-40B4-BE49-F238E27FC236}">
                <a16:creationId xmlns:a16="http://schemas.microsoft.com/office/drawing/2014/main" id="{02154963-20BA-4205-A010-D4DC5AE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0" name="Dates 4">
            <a:extLst xmlns:a="http://schemas.openxmlformats.org/drawingml/2006/main">
              <a:ext uri="{FF2B5EF4-FFF2-40B4-BE49-F238E27FC236}">
                <a16:creationId xmlns:a16="http://schemas.microsoft.com/office/drawing/2014/main" id="{8AAD25D2-D764-4863-A3BB-B4FE94A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33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51" name="Week rule 4 2026-09-21">
            <a:extLst xmlns:a="http://schemas.openxmlformats.org/drawingml/2006/main">
              <a:ext uri="{FF2B5EF4-FFF2-40B4-BE49-F238E27FC236}">
                <a16:creationId xmlns:a16="http://schemas.microsoft.com/office/drawing/2014/main" id="{6FE76740-B8F7-4DC6-ABF7-58096F0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Week rule 4 2026-09-28">
            <a:extLst xmlns:a="http://schemas.openxmlformats.org/drawingml/2006/main">
              <a:ext uri="{FF2B5EF4-FFF2-40B4-BE49-F238E27FC236}">
                <a16:creationId xmlns:a16="http://schemas.microsoft.com/office/drawing/2014/main" id="{1CBB6203-9B7D-4743-9B03-6E63170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268AA3A0-BD2F-47D3-B786-4D3994F5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Bar 4 0">
            <a:extLst xmlns:a="http://schemas.openxmlformats.org/drawingml/2006/main">
              <a:ext uri="{FF2B5EF4-FFF2-40B4-BE49-F238E27FC236}">
                <a16:creationId xmlns:a16="http://schemas.microsoft.com/office/drawing/2014/main" id="{7BE16C3F-1662-4EA8-AFEE-50B94DD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511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5" name="Row rule 4">
            <a:extLst xmlns:a="http://schemas.openxmlformats.org/drawingml/2006/main">
              <a:ext uri="{FF2B5EF4-FFF2-40B4-BE49-F238E27FC236}">
                <a16:creationId xmlns:a16="http://schemas.microsoft.com/office/drawing/2014/main" id="{272596E3-BED4-4994-9999-09A60423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" name="Row tint 5">
            <a:extLst xmlns:a="http://schemas.openxmlformats.org/drawingml/2006/main">
              <a:ext uri="{FF2B5EF4-FFF2-40B4-BE49-F238E27FC236}">
                <a16:creationId xmlns:a16="http://schemas.microsoft.com/office/drawing/2014/main" id="{9AD3D4DE-AEA2-4EFB-8EC5-9E15634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7" name="Task 5">
            <a:extLst xmlns:a="http://schemas.openxmlformats.org/drawingml/2006/main">
              <a:ext uri="{FF2B5EF4-FFF2-40B4-BE49-F238E27FC236}">
                <a16:creationId xmlns:a16="http://schemas.microsoft.com/office/drawing/2014/main" id="{FBF3E053-31AF-4B3A-BEC5-617A1C3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813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Run history, seeds and reproducibility</a:t>
            </a:r>
          </a:p>
        </p:txBody>
      </p:sp>
      <p:sp>
        <p:nvSpPr>
          <p:cNvPr id="58" name="Status 5">
            <a:extLst xmlns:a="http://schemas.openxmlformats.org/drawingml/2006/main">
              <a:ext uri="{FF2B5EF4-FFF2-40B4-BE49-F238E27FC236}">
                <a16:creationId xmlns:a16="http://schemas.microsoft.com/office/drawing/2014/main" id="{E344F87F-155D-46A0-AB94-8DBC962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81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9" name="Dates 5">
            <a:extLst xmlns:a="http://schemas.openxmlformats.org/drawingml/2006/main">
              <a:ext uri="{FF2B5EF4-FFF2-40B4-BE49-F238E27FC236}">
                <a16:creationId xmlns:a16="http://schemas.microsoft.com/office/drawing/2014/main" id="{618CA022-F210-422A-9470-C838F3D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81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60" name="Week rule 5 2026-09-21">
            <a:extLst xmlns:a="http://schemas.openxmlformats.org/drawingml/2006/main">
              <a:ext uri="{FF2B5EF4-FFF2-40B4-BE49-F238E27FC236}">
                <a16:creationId xmlns:a16="http://schemas.microsoft.com/office/drawing/2014/main" id="{D71D999D-2418-4FD4-83FB-B9C8C4F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Week rule 5 2026-09-28">
            <a:extLst xmlns:a="http://schemas.openxmlformats.org/drawingml/2006/main">
              <a:ext uri="{FF2B5EF4-FFF2-40B4-BE49-F238E27FC236}">
                <a16:creationId xmlns:a16="http://schemas.microsoft.com/office/drawing/2014/main" id="{297C668C-7410-4803-B0DB-09F5D16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ABDF4312-A124-4D70-9C08-099FA0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Bar 5 0">
            <a:extLst xmlns:a="http://schemas.openxmlformats.org/drawingml/2006/main">
              <a:ext uri="{FF2B5EF4-FFF2-40B4-BE49-F238E27FC236}">
                <a16:creationId xmlns:a16="http://schemas.microsoft.com/office/drawing/2014/main" id="{FE3E5DF4-B98F-4FCC-8A2D-407A744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527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4" name="Row rule 5">
            <a:extLst xmlns:a="http://schemas.openxmlformats.org/drawingml/2006/main">
              <a:ext uri="{FF2B5EF4-FFF2-40B4-BE49-F238E27FC236}">
                <a16:creationId xmlns:a16="http://schemas.microsoft.com/office/drawing/2014/main" id="{B193B3E2-8AAD-460B-B03B-AFA5EA6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Section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F1D88B7D-F333-4866-84CB-0CA36E73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6" name="Section title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B2D6C172-5541-43B2-96AE-006E055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289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 implementation, writing and collaboration</a:t>
            </a:r>
          </a:p>
        </p:txBody>
      </p:sp>
      <p:sp>
        <p:nvSpPr>
          <p:cNvPr id="67" name="Task 6">
            <a:extLst xmlns:a="http://schemas.openxmlformats.org/drawingml/2006/main">
              <a:ext uri="{FF2B5EF4-FFF2-40B4-BE49-F238E27FC236}">
                <a16:creationId xmlns:a16="http://schemas.microsoft.com/office/drawing/2014/main" id="{1107A618-70AB-4FBD-A6D9-A694645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575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8. Map BioLangFusion/IsoFormer inputs incl. DNA</a:t>
            </a:r>
          </a:p>
        </p:txBody>
      </p:sp>
      <p:sp>
        <p:nvSpPr>
          <p:cNvPr id="68" name="Status 6">
            <a:extLst xmlns:a="http://schemas.openxmlformats.org/drawingml/2006/main">
              <a:ext uri="{FF2B5EF4-FFF2-40B4-BE49-F238E27FC236}">
                <a16:creationId xmlns:a16="http://schemas.microsoft.com/office/drawing/2014/main" id="{4B1A4D4B-3F36-47B7-8407-FD0FB0B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575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69" name="Dates 6">
            <a:extLst xmlns:a="http://schemas.openxmlformats.org/drawingml/2006/main">
              <a:ext uri="{FF2B5EF4-FFF2-40B4-BE49-F238E27FC236}">
                <a16:creationId xmlns:a16="http://schemas.microsoft.com/office/drawing/2014/main" id="{302FB208-3E06-4CF2-B6AA-56CD927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575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9/28–9/30</a:t>
            </a:r>
          </a:p>
        </p:txBody>
      </p:sp>
      <p:sp>
        <p:nvSpPr>
          <p:cNvPr id="70" name="Week rule 6 2026-09-21">
            <a:extLst xmlns:a="http://schemas.openxmlformats.org/drawingml/2006/main">
              <a:ext uri="{FF2B5EF4-FFF2-40B4-BE49-F238E27FC236}">
                <a16:creationId xmlns:a16="http://schemas.microsoft.com/office/drawing/2014/main" id="{A919E0BB-BA35-4EC1-AACD-AD7F46C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Week rule 6 2026-09-28">
            <a:extLst xmlns:a="http://schemas.openxmlformats.org/drawingml/2006/main">
              <a:ext uri="{FF2B5EF4-FFF2-40B4-BE49-F238E27FC236}">
                <a16:creationId xmlns:a16="http://schemas.microsoft.com/office/drawing/2014/main" id="{D1D7734B-2145-4B78-913A-9256970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2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6F83F414-BB2B-4DC8-93DB-73E3753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Bar 6 0">
            <a:extLst xmlns:a="http://schemas.openxmlformats.org/drawingml/2006/main">
              <a:ext uri="{FF2B5EF4-FFF2-40B4-BE49-F238E27FC236}">
                <a16:creationId xmlns:a16="http://schemas.microsoft.com/office/drawing/2014/main" id="{4965704C-396E-4278-9F85-B443489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529013"/>
            <a:ext cx="78513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4" name="Row rule 6">
            <a:extLst xmlns:a="http://schemas.openxmlformats.org/drawingml/2006/main">
              <a:ext uri="{FF2B5EF4-FFF2-40B4-BE49-F238E27FC236}">
                <a16:creationId xmlns:a16="http://schemas.microsoft.com/office/drawing/2014/main" id="{1656A88B-3D95-495F-B088-7FE5B1F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Row tint 7">
            <a:extLst xmlns:a="http://schemas.openxmlformats.org/drawingml/2006/main">
              <a:ext uri="{FF2B5EF4-FFF2-40B4-BE49-F238E27FC236}">
                <a16:creationId xmlns:a16="http://schemas.microsoft.com/office/drawing/2014/main" id="{754B57A9-EDC3-4AE4-B6A6-AD44177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6" name="Task 7">
            <a:extLst xmlns:a="http://schemas.openxmlformats.org/drawingml/2006/main">
              <a:ext uri="{FF2B5EF4-FFF2-40B4-BE49-F238E27FC236}">
                <a16:creationId xmlns:a16="http://schemas.microsoft.com/office/drawing/2014/main" id="{BE6DED01-CAC1-44C9-AB9A-9D2346B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052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9. Implement and check the BioLangFusion pilot</a:t>
            </a:r>
          </a:p>
        </p:txBody>
      </p:sp>
      <p:sp>
        <p:nvSpPr>
          <p:cNvPr id="77" name="Status 7">
            <a:extLst xmlns:a="http://schemas.openxmlformats.org/drawingml/2006/main">
              <a:ext uri="{FF2B5EF4-FFF2-40B4-BE49-F238E27FC236}">
                <a16:creationId xmlns:a16="http://schemas.microsoft.com/office/drawing/2014/main" id="{1C95D57B-BE4A-40C4-8923-5B5B09C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052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78" name="Dates 7">
            <a:extLst xmlns:a="http://schemas.openxmlformats.org/drawingml/2006/main">
              <a:ext uri="{FF2B5EF4-FFF2-40B4-BE49-F238E27FC236}">
                <a16:creationId xmlns:a16="http://schemas.microsoft.com/office/drawing/2014/main" id="{FC8FFE9F-C46F-49B9-80D4-F36D982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10/1–10/4</a:t>
            </a:r>
          </a:p>
        </p:txBody>
      </p:sp>
      <p:sp>
        <p:nvSpPr>
          <p:cNvPr id="79" name="Week rule 7 2026-09-21">
            <a:extLst xmlns:a="http://schemas.openxmlformats.org/drawingml/2006/main">
              <a:ext uri="{FF2B5EF4-FFF2-40B4-BE49-F238E27FC236}">
                <a16:creationId xmlns:a16="http://schemas.microsoft.com/office/drawing/2014/main" id="{061BC52C-C4B9-402E-B472-F4789E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0" name="Week rule 7 2026-09-28">
            <a:extLst xmlns:a="http://schemas.openxmlformats.org/drawingml/2006/main">
              <a:ext uri="{FF2B5EF4-FFF2-40B4-BE49-F238E27FC236}">
                <a16:creationId xmlns:a16="http://schemas.microsoft.com/office/drawing/2014/main" id="{9243383D-E5F6-424A-88DE-0E79369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933818FD-8F2A-4DC5-BEB3-549B0FF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Bar 7 0">
            <a:extLst xmlns:a="http://schemas.openxmlformats.org/drawingml/2006/main">
              <a:ext uri="{FF2B5EF4-FFF2-40B4-BE49-F238E27FC236}">
                <a16:creationId xmlns:a16="http://schemas.microsoft.com/office/drawing/2014/main" id="{558BF6F5-5E81-4C2E-A4E8-F91914C9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82" y="3776663"/>
            <a:ext cx="104684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3" name="Row rule 7">
            <a:extLst xmlns:a="http://schemas.openxmlformats.org/drawingml/2006/main">
              <a:ext uri="{FF2B5EF4-FFF2-40B4-BE49-F238E27FC236}">
                <a16:creationId xmlns:a16="http://schemas.microsoft.com/office/drawing/2014/main" id="{FD506E0F-4FA2-4029-814B-F532C1D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528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Task 8">
            <a:extLst xmlns:a="http://schemas.openxmlformats.org/drawingml/2006/main">
              <a:ext uri="{FF2B5EF4-FFF2-40B4-BE49-F238E27FC236}">
                <a16:creationId xmlns:a16="http://schemas.microsoft.com/office/drawing/2014/main" id="{EAE66BBE-DC6D-4CFF-9F0F-98F473F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528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10. Write Stage 1 methods and findings in Overleaf</a:t>
            </a:r>
          </a:p>
        </p:txBody>
      </p:sp>
      <p:sp>
        <p:nvSpPr>
          <p:cNvPr id="85" name="Status 8">
            <a:extLst xmlns:a="http://schemas.openxmlformats.org/drawingml/2006/main">
              <a:ext uri="{FF2B5EF4-FFF2-40B4-BE49-F238E27FC236}">
                <a16:creationId xmlns:a16="http://schemas.microsoft.com/office/drawing/2014/main" id="{8D4F6715-8F51-425F-B164-B124A9D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6" name="Dates 8">
            <a:extLst xmlns:a="http://schemas.openxmlformats.org/drawingml/2006/main">
              <a:ext uri="{FF2B5EF4-FFF2-40B4-BE49-F238E27FC236}">
                <a16:creationId xmlns:a16="http://schemas.microsoft.com/office/drawing/2014/main" id="{A7216BFC-B513-4FFB-ACB9-E470C9A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9/26–10/4</a:t>
            </a:r>
          </a:p>
        </p:txBody>
      </p:sp>
      <p:sp>
        <p:nvSpPr>
          <p:cNvPr id="87" name="Week rule 8 2026-09-21">
            <a:extLst xmlns:a="http://schemas.openxmlformats.org/drawingml/2006/main">
              <a:ext uri="{FF2B5EF4-FFF2-40B4-BE49-F238E27FC236}">
                <a16:creationId xmlns:a16="http://schemas.microsoft.com/office/drawing/2014/main" id="{077B92AF-E742-4A57-AE2E-4D30B24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Week rule 8 2026-09-28">
            <a:extLst xmlns:a="http://schemas.openxmlformats.org/drawingml/2006/main">
              <a:ext uri="{FF2B5EF4-FFF2-40B4-BE49-F238E27FC236}">
                <a16:creationId xmlns:a16="http://schemas.microsoft.com/office/drawing/2014/main" id="{D13E4F06-4048-4024-9B3F-252014E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C20BF075-33D3-46C6-AB93-A54A86B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Bar 8 0">
            <a:extLst xmlns:a="http://schemas.openxmlformats.org/drawingml/2006/main">
              <a:ext uri="{FF2B5EF4-FFF2-40B4-BE49-F238E27FC236}">
                <a16:creationId xmlns:a16="http://schemas.microsoft.com/office/drawing/2014/main" id="{BC394C3D-4342-4439-A2A3-5FACEBC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729" y="4024313"/>
            <a:ext cx="235539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1" name="Row rule 8">
            <a:extLst xmlns:a="http://schemas.openxmlformats.org/drawingml/2006/main">
              <a:ext uri="{FF2B5EF4-FFF2-40B4-BE49-F238E27FC236}">
                <a16:creationId xmlns:a16="http://schemas.microsoft.com/office/drawing/2014/main" id="{CA2557C8-707C-4BC6-B343-68ABE93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Row tint 9">
            <a:extLst xmlns:a="http://schemas.openxmlformats.org/drawingml/2006/main">
              <a:ext uri="{FF2B5EF4-FFF2-40B4-BE49-F238E27FC236}">
                <a16:creationId xmlns:a16="http://schemas.microsoft.com/office/drawing/2014/main" id="{1D3EC465-3193-4E04-98BB-5125793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3" name="Task 9">
            <a:extLst xmlns:a="http://schemas.openxmlformats.org/drawingml/2006/main">
              <a:ext uri="{FF2B5EF4-FFF2-40B4-BE49-F238E27FC236}">
                <a16:creationId xmlns:a16="http://schemas.microsoft.com/office/drawing/2014/main" id="{8608C576-DD03-4920-ADCF-4E82D83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005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11. Clarify the lab tokenizer and benchmark opportunity</a:t>
            </a:r>
          </a:p>
        </p:txBody>
      </p:sp>
      <p:sp>
        <p:nvSpPr>
          <p:cNvPr id="94" name="Status 9">
            <a:extLst xmlns:a="http://schemas.openxmlformats.org/drawingml/2006/main">
              <a:ext uri="{FF2B5EF4-FFF2-40B4-BE49-F238E27FC236}">
                <a16:creationId xmlns:a16="http://schemas.microsoft.com/office/drawing/2014/main" id="{C3D056EA-31FC-4F82-BAB8-AC03E28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95" name="Dates 9">
            <a:extLst xmlns:a="http://schemas.openxmlformats.org/drawingml/2006/main">
              <a:ext uri="{FF2B5EF4-FFF2-40B4-BE49-F238E27FC236}">
                <a16:creationId xmlns:a16="http://schemas.microsoft.com/office/drawing/2014/main" id="{85FEB189-5BC6-462C-82DD-43291224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9/28–10/5</a:t>
            </a:r>
          </a:p>
        </p:txBody>
      </p:sp>
      <p:sp>
        <p:nvSpPr>
          <p:cNvPr id="96" name="Week rule 9 2026-09-21">
            <a:extLst xmlns:a="http://schemas.openxmlformats.org/drawingml/2006/main">
              <a:ext uri="{FF2B5EF4-FFF2-40B4-BE49-F238E27FC236}">
                <a16:creationId xmlns:a16="http://schemas.microsoft.com/office/drawing/2014/main" id="{189E6E2A-66FF-4AB1-B29C-4FE3505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7" name="Week rule 9 2026-09-28">
            <a:extLst xmlns:a="http://schemas.openxmlformats.org/drawingml/2006/main">
              <a:ext uri="{FF2B5EF4-FFF2-40B4-BE49-F238E27FC236}">
                <a16:creationId xmlns:a16="http://schemas.microsoft.com/office/drawing/2014/main" id="{E0A3D6BE-984C-4BBC-909D-E6B17D6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4CFCFAE1-C94A-4090-9DAB-2CE8794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9" name="Bar 9 0">
            <a:extLst xmlns:a="http://schemas.openxmlformats.org/drawingml/2006/main">
              <a:ext uri="{FF2B5EF4-FFF2-40B4-BE49-F238E27FC236}">
                <a16:creationId xmlns:a16="http://schemas.microsoft.com/office/drawing/2014/main" id="{0369ABD2-E1FD-4E3C-A307-78B3CEA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71963"/>
            <a:ext cx="209368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0" name="Row rule 9">
            <a:extLst xmlns:a="http://schemas.openxmlformats.org/drawingml/2006/main">
              <a:ext uri="{FF2B5EF4-FFF2-40B4-BE49-F238E27FC236}">
                <a16:creationId xmlns:a16="http://schemas.microsoft.com/office/drawing/2014/main" id="{ED4CA3F4-E5A6-414A-B4E9-7F58566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1" name="Section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7FB7E455-D03E-4BFF-BEEC-3C0F3F6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2" name="Section title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EEE58CEC-BF69-42A2-B55B-D9FFAF9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4481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October 5 review and follow-up</a:t>
            </a:r>
          </a:p>
        </p:txBody>
      </p:sp>
      <p:sp>
        <p:nvSpPr>
          <p:cNvPr id="103" name="Task 10">
            <a:extLst xmlns:a="http://schemas.openxmlformats.org/drawingml/2006/main">
              <a:ext uri="{FF2B5EF4-FFF2-40B4-BE49-F238E27FC236}">
                <a16:creationId xmlns:a16="http://schemas.microsoft.com/office/drawing/2014/main" id="{58296BB8-A1C1-4922-8118-C5D4634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76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12. Prepare evidence and questions for Mina</a:t>
            </a:r>
          </a:p>
        </p:txBody>
      </p:sp>
      <p:sp>
        <p:nvSpPr>
          <p:cNvPr id="104" name="Status 10">
            <a:extLst xmlns:a="http://schemas.openxmlformats.org/drawingml/2006/main">
              <a:ext uri="{FF2B5EF4-FFF2-40B4-BE49-F238E27FC236}">
                <a16:creationId xmlns:a16="http://schemas.microsoft.com/office/drawing/2014/main" id="{332CE47F-5706-4ED5-BFC2-38BC63D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76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5" name="Dates 10">
            <a:extLst xmlns:a="http://schemas.openxmlformats.org/drawingml/2006/main">
              <a:ext uri="{FF2B5EF4-FFF2-40B4-BE49-F238E27FC236}">
                <a16:creationId xmlns:a16="http://schemas.microsoft.com/office/drawing/2014/main" id="{65223890-7293-4BE9-883E-F75803B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76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10/1–10/4</a:t>
            </a:r>
          </a:p>
        </p:txBody>
      </p:sp>
      <p:sp>
        <p:nvSpPr>
          <p:cNvPr id="106" name="Week rule 10 2026-09-21">
            <a:extLst xmlns:a="http://schemas.openxmlformats.org/drawingml/2006/main">
              <a:ext uri="{FF2B5EF4-FFF2-40B4-BE49-F238E27FC236}">
                <a16:creationId xmlns:a16="http://schemas.microsoft.com/office/drawing/2014/main" id="{E7119877-CA11-4253-A462-3A22A3E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7" name="Week rule 10 2026-09-28">
            <a:extLst xmlns:a="http://schemas.openxmlformats.org/drawingml/2006/main">
              <a:ext uri="{FF2B5EF4-FFF2-40B4-BE49-F238E27FC236}">
                <a16:creationId xmlns:a16="http://schemas.microsoft.com/office/drawing/2014/main" id="{68251185-484A-41CB-94AA-4A3DCF0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8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247413CD-020D-4C66-BDB1-CA1D313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Bar 10 0">
            <a:extLst xmlns:a="http://schemas.openxmlformats.org/drawingml/2006/main">
              <a:ext uri="{FF2B5EF4-FFF2-40B4-BE49-F238E27FC236}">
                <a16:creationId xmlns:a16="http://schemas.microsoft.com/office/drawing/2014/main" id="{8514FBCA-0077-404E-AE99-EE5C471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82" y="4748213"/>
            <a:ext cx="104684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0" name="Row rule 10">
            <a:extLst xmlns:a="http://schemas.openxmlformats.org/drawingml/2006/main">
              <a:ext uri="{FF2B5EF4-FFF2-40B4-BE49-F238E27FC236}">
                <a16:creationId xmlns:a16="http://schemas.microsoft.com/office/drawing/2014/main" id="{9CB37BA3-D198-4489-B5BD-3140BAE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Row tint 11">
            <a:extLst xmlns:a="http://schemas.openxmlformats.org/drawingml/2006/main">
              <a:ext uri="{FF2B5EF4-FFF2-40B4-BE49-F238E27FC236}">
                <a16:creationId xmlns:a16="http://schemas.microsoft.com/office/drawing/2014/main" id="{BC10C0E9-ED1D-461E-8027-B64AD79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2" name="Task 11">
            <a:extLst xmlns:a="http://schemas.openxmlformats.org/drawingml/2006/main">
              <a:ext uri="{FF2B5EF4-FFF2-40B4-BE49-F238E27FC236}">
                <a16:creationId xmlns:a16="http://schemas.microsoft.com/office/drawing/2014/main" id="{08D86C99-1E68-4C6D-94AE-A9888CB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244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13. Review with Mina and working alignment definition</a:t>
            </a:r>
          </a:p>
        </p:txBody>
      </p:sp>
      <p:sp>
        <p:nvSpPr>
          <p:cNvPr id="113" name="Status 11">
            <a:extLst xmlns:a="http://schemas.openxmlformats.org/drawingml/2006/main">
              <a:ext uri="{FF2B5EF4-FFF2-40B4-BE49-F238E27FC236}">
                <a16:creationId xmlns:a16="http://schemas.microsoft.com/office/drawing/2014/main" id="{8D6DB1BA-6020-42E8-9835-31175B8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244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14" name="Dates 11">
            <a:extLst xmlns:a="http://schemas.openxmlformats.org/drawingml/2006/main">
              <a:ext uri="{FF2B5EF4-FFF2-40B4-BE49-F238E27FC236}">
                <a16:creationId xmlns:a16="http://schemas.microsoft.com/office/drawing/2014/main" id="{29319D34-71D8-4640-9AF8-9C5F5EE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24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15" name="Week rule 11 2026-09-21">
            <a:extLst xmlns:a="http://schemas.openxmlformats.org/drawingml/2006/main">
              <a:ext uri="{FF2B5EF4-FFF2-40B4-BE49-F238E27FC236}">
                <a16:creationId xmlns:a16="http://schemas.microsoft.com/office/drawing/2014/main" id="{380DFAB4-CB2B-46D3-A6ED-C2C05F2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6" name="Week rule 11 2026-09-28">
            <a:extLst xmlns:a="http://schemas.openxmlformats.org/drawingml/2006/main">
              <a:ext uri="{FF2B5EF4-FFF2-40B4-BE49-F238E27FC236}">
                <a16:creationId xmlns:a16="http://schemas.microsoft.com/office/drawing/2014/main" id="{2B49DA09-7995-4A79-BDFD-8E32F003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7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8B261F23-0E62-42D0-AA5A-3FDA5B6E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8" name="Milestone 13">
            <a:extLst xmlns:a="http://schemas.openxmlformats.org/drawingml/2006/main">
              <a:ext uri="{FF2B5EF4-FFF2-40B4-BE49-F238E27FC236}">
                <a16:creationId xmlns:a16="http://schemas.microsoft.com/office/drawing/2014/main" id="{47EA266F-71B3-4CA1-A5DB-0AD161C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50006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9" name="Row rule 11">
            <a:extLst xmlns:a="http://schemas.openxmlformats.org/drawingml/2006/main">
              <a:ext uri="{FF2B5EF4-FFF2-40B4-BE49-F238E27FC236}">
                <a16:creationId xmlns:a16="http://schemas.microsoft.com/office/drawing/2014/main" id="{2A3CE56E-6CE3-4528-81A8-89A2F89C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72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0" name="Task 12">
            <a:extLst xmlns:a="http://schemas.openxmlformats.org/drawingml/2006/main">
              <a:ext uri="{FF2B5EF4-FFF2-40B4-BE49-F238E27FC236}">
                <a16:creationId xmlns:a16="http://schemas.microsoft.com/office/drawing/2014/main" id="{BF559E00-278D-4D0A-8649-053274B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720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14. Revise Stage 1 claims, figures and methods</a:t>
            </a:r>
          </a:p>
        </p:txBody>
      </p:sp>
      <p:sp>
        <p:nvSpPr>
          <p:cNvPr id="121" name="Status 12">
            <a:extLst xmlns:a="http://schemas.openxmlformats.org/drawingml/2006/main">
              <a:ext uri="{FF2B5EF4-FFF2-40B4-BE49-F238E27FC236}">
                <a16:creationId xmlns:a16="http://schemas.microsoft.com/office/drawing/2014/main" id="{37891DC7-8AB7-4698-AD03-D120A92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720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22" name="Dates 12">
            <a:extLst xmlns:a="http://schemas.openxmlformats.org/drawingml/2006/main">
              <a:ext uri="{FF2B5EF4-FFF2-40B4-BE49-F238E27FC236}">
                <a16:creationId xmlns:a16="http://schemas.microsoft.com/office/drawing/2014/main" id="{703B7FED-9B04-4933-AB45-104E659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72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123" name="Week rule 12 2026-09-21">
            <a:extLst xmlns:a="http://schemas.openxmlformats.org/drawingml/2006/main">
              <a:ext uri="{FF2B5EF4-FFF2-40B4-BE49-F238E27FC236}">
                <a16:creationId xmlns:a16="http://schemas.microsoft.com/office/drawing/2014/main" id="{60657371-283F-4438-AD56-A95A1D3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4" name="Week rule 12 2026-09-28">
            <a:extLst xmlns:a="http://schemas.openxmlformats.org/drawingml/2006/main">
              <a:ext uri="{FF2B5EF4-FFF2-40B4-BE49-F238E27FC236}">
                <a16:creationId xmlns:a16="http://schemas.microsoft.com/office/drawing/2014/main" id="{F1580A82-D362-4886-90A6-143B883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5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75010D56-582A-4987-993B-8076419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6" name="Bar 12 0">
            <a:extLst xmlns:a="http://schemas.openxmlformats.org/drawingml/2006/main">
              <a:ext uri="{FF2B5EF4-FFF2-40B4-BE49-F238E27FC236}">
                <a16:creationId xmlns:a16="http://schemas.microsoft.com/office/drawing/2014/main" id="{6763E3BC-FFDB-4A37-B9E3-C2F02A5B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5243513"/>
            <a:ext cx="157026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7" name="Row rule 12">
            <a:extLst xmlns:a="http://schemas.openxmlformats.org/drawingml/2006/main">
              <a:ext uri="{FF2B5EF4-FFF2-40B4-BE49-F238E27FC236}">
                <a16:creationId xmlns:a16="http://schemas.microsoft.com/office/drawing/2014/main" id="{FC37E477-43E0-49DA-A6D7-E91C30C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8" name="Row tint 13">
            <a:extLst xmlns:a="http://schemas.openxmlformats.org/drawingml/2006/main">
              <a:ext uri="{FF2B5EF4-FFF2-40B4-BE49-F238E27FC236}">
                <a16:creationId xmlns:a16="http://schemas.microsoft.com/office/drawing/2014/main" id="{D1601F06-4425-4D17-B0B5-5F6DBA1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9" name="Task 13">
            <a:extLst xmlns:a="http://schemas.openxmlformats.org/drawingml/2006/main">
              <a:ext uri="{FF2B5EF4-FFF2-40B4-BE49-F238E27FC236}">
                <a16:creationId xmlns:a16="http://schemas.microsoft.com/office/drawing/2014/main" id="{D2144D97-2F5D-46CF-934B-0C01A46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197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15. Specify the next matched comparison</a:t>
            </a:r>
          </a:p>
        </p:txBody>
      </p:sp>
      <p:sp>
        <p:nvSpPr>
          <p:cNvPr id="130" name="Status 13">
            <a:extLst xmlns:a="http://schemas.openxmlformats.org/drawingml/2006/main">
              <a:ext uri="{FF2B5EF4-FFF2-40B4-BE49-F238E27FC236}">
                <a16:creationId xmlns:a16="http://schemas.microsoft.com/office/drawing/2014/main" id="{C66AA3FF-8332-41B1-941A-0E8CB29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197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1" name="Dates 13">
            <a:extLst xmlns:a="http://schemas.openxmlformats.org/drawingml/2006/main">
              <a:ext uri="{FF2B5EF4-FFF2-40B4-BE49-F238E27FC236}">
                <a16:creationId xmlns:a16="http://schemas.microsoft.com/office/drawing/2014/main" id="{6AB89CDE-9C3F-4B86-AC01-79F9022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19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132" name="Week rule 13 2026-09-21">
            <a:extLst xmlns:a="http://schemas.openxmlformats.org/drawingml/2006/main">
              <a:ext uri="{FF2B5EF4-FFF2-40B4-BE49-F238E27FC236}">
                <a16:creationId xmlns:a16="http://schemas.microsoft.com/office/drawing/2014/main" id="{EE69BBB7-46C7-4D84-9FB7-0A6018C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3" name="Week rule 13 2026-09-28">
            <a:extLst xmlns:a="http://schemas.openxmlformats.org/drawingml/2006/main">
              <a:ext uri="{FF2B5EF4-FFF2-40B4-BE49-F238E27FC236}">
                <a16:creationId xmlns:a16="http://schemas.microsoft.com/office/drawing/2014/main" id="{5F4621E9-77C7-43FD-911A-A32C824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4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E5894A6B-6340-417A-8A3D-6B6AEC5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5" name="Bar 13 0">
            <a:extLst xmlns:a="http://schemas.openxmlformats.org/drawingml/2006/main">
              <a:ext uri="{FF2B5EF4-FFF2-40B4-BE49-F238E27FC236}">
                <a16:creationId xmlns:a16="http://schemas.microsoft.com/office/drawing/2014/main" id="{949D4054-B953-433F-9A59-79AAFDB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5491163"/>
            <a:ext cx="157026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6" name="Row rule 13">
            <a:extLst xmlns:a="http://schemas.openxmlformats.org/drawingml/2006/main">
              <a:ext uri="{FF2B5EF4-FFF2-40B4-BE49-F238E27FC236}">
                <a16:creationId xmlns:a16="http://schemas.microsoft.com/office/drawing/2014/main" id="{56543474-FCE5-4015-BE33-62956D5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67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7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FCE90F28-A2FB-4069-BC37-57612F1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8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076AB04-93E1-4567-9A44-9F8FA81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39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5B3A2664-3B7D-42E4-9320-2C98D06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0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2CE459B6-DEB0-412E-A788-29AE066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1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F27CCD18-5481-492E-A947-DE3F4EA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2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947E6E90-5596-4D28-9E67-313BD83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43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AE4C3283-B933-4E72-82D8-51C1582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4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AB1CD595-7544-469F-8256-7FE6523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45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E688A77E-3C7B-4566-96A9-B26A997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6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F49CABAD-7A27-4C75-9F18-5C4D2A6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147" name="Date stamp">
            <a:extLst xmlns:a="http://schemas.openxmlformats.org/drawingml/2006/main">
              <a:ext uri="{FF2B5EF4-FFF2-40B4-BE49-F238E27FC236}">
                <a16:creationId xmlns:a16="http://schemas.microsoft.com/office/drawing/2014/main" id="{F3EF7702-B48F-4E8E-83A9-E0D9E8D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29, 2026</a:t>
            </a:r>
          </a:p>
        </p:txBody>
      </p:sp>
      <p:sp>
        <p:nvSpPr>
          <p:cNvPr id="148" name="Footer 1">
            <a:extLst xmlns:a="http://schemas.openxmlformats.org/drawingml/2006/main">
              <a:ext uri="{FF2B5EF4-FFF2-40B4-BE49-F238E27FC236}">
                <a16:creationId xmlns:a16="http://schemas.microsoft.com/office/drawing/2014/main" id="{02C19714-DA7F-465F-8155-55B3AC8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October 5 milestone: agree what alignment means for this study, how to measure it, and the next controlled comparison.</a:t>
            </a:r>
          </a:p>
        </p:txBody>
      </p:sp>
      <p:sp>
        <p:nvSpPr>
          <p:cNvPr id="149" name="Footer 2">
            <a:extLst xmlns:a="http://schemas.openxmlformats.org/drawingml/2006/main">
              <a:ext uri="{FF2B5EF4-FFF2-40B4-BE49-F238E27FC236}">
                <a16:creationId xmlns:a16="http://schemas.microsoft.com/office/drawing/2014/main" id="{4A68017A-A952-4625-BCAE-87EA975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The following week is reserved for feedback and corrections. Continued study informs the experiments and manuscript.</a:t>
            </a:r>
          </a:p>
        </p:txBody>
      </p:sp>
      <p:sp>
        <p:nvSpPr>
          <p:cNvPr id="150" name="Page">
            <a:extLst xmlns:a="http://schemas.openxmlformats.org/drawingml/2006/main">
              <a:ext uri="{FF2B5EF4-FFF2-40B4-BE49-F238E27FC236}">
                <a16:creationId xmlns:a16="http://schemas.microsoft.com/office/drawing/2014/main" id="{577AFB4D-4F1B-496A-ACFE-8DD2EB7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2400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Title">
            <a:extLst xmlns:a="http://schemas.openxmlformats.org/drawingml/2006/main">
              <a:ext uri="{FF2B5EF4-FFF2-40B4-BE49-F238E27FC236}">
                <a16:creationId xmlns:a16="http://schemas.microsoft.com/office/drawing/2014/main" id="{90513592-B61D-466C-9272-5F44351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2 | Experiments, Interpretation and Revision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ED397-6B14-47AD-A8CF-07F20FB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comparison schedule after the October 5 review. Select optional experiments as the findings develop.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698B6E1D-B398-4E30-BAEB-882792C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4BAD35A8-80AB-46B0-ACE7-11C4229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6C80C196-45B7-404D-A8DF-A6EE829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0BF201B5-FB6C-4E0B-9ECD-C5F907D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4AF17D77-C0F7-4BA8-A05E-AFA2007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8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3DD004AF-E6E7-4F65-85DC-18A48C9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9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145D4DC7-EB7A-4A44-BDFD-3FB4C264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0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1EEED11F-24B0-4B97-93BA-B98485C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1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490F91CA-6DE8-427A-9E19-492D83D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2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A189BEC0-27EF-4D9B-81C2-839C96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3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4AF4A15A-132F-40A6-BC05-1CCBE21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4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260AA12F-2316-4C43-B3B2-74C65BC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5" name="Section Core comparison sequence">
            <a:extLst xmlns:a="http://schemas.openxmlformats.org/drawingml/2006/main">
              <a:ext uri="{FF2B5EF4-FFF2-40B4-BE49-F238E27FC236}">
                <a16:creationId xmlns:a16="http://schemas.microsoft.com/office/drawing/2014/main" id="{09D7575F-919F-4E24-9A7D-53716E0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Section title Core comparison sequence">
            <a:extLst xmlns:a="http://schemas.openxmlformats.org/drawingml/2006/main">
              <a:ext uri="{FF2B5EF4-FFF2-40B4-BE49-F238E27FC236}">
                <a16:creationId xmlns:a16="http://schemas.microsoft.com/office/drawing/2014/main" id="{BADE24B9-6005-42C9-B01C-40D47FBE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comparison sequence</a:t>
            </a:r>
          </a:p>
        </p:txBody>
      </p:sp>
      <p:sp>
        <p:nvSpPr>
          <p:cNvPr id="17" name="Task 0">
            <a:extLst xmlns:a="http://schemas.openxmlformats.org/drawingml/2006/main">
              <a:ext uri="{FF2B5EF4-FFF2-40B4-BE49-F238E27FC236}">
                <a16:creationId xmlns:a16="http://schemas.microsoft.com/office/drawing/2014/main" id="{9F75C682-F43F-4EAF-B68A-987F8340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16. Prepare single-model and simple-fusion baselines</a:t>
            </a:r>
          </a:p>
        </p:txBody>
      </p:sp>
      <p:sp>
        <p:nvSpPr>
          <p:cNvPr id="18" name="Status 0">
            <a:extLst xmlns:a="http://schemas.openxmlformats.org/drawingml/2006/main">
              <a:ext uri="{FF2B5EF4-FFF2-40B4-BE49-F238E27FC236}">
                <a16:creationId xmlns:a16="http://schemas.microsoft.com/office/drawing/2014/main" id="{CE25D5F0-4D39-4AC1-A252-82BA95B5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14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9" name="Dates 0">
            <a:extLst xmlns:a="http://schemas.openxmlformats.org/drawingml/2006/main">
              <a:ext uri="{FF2B5EF4-FFF2-40B4-BE49-F238E27FC236}">
                <a16:creationId xmlns:a16="http://schemas.microsoft.com/office/drawing/2014/main" id="{5AD0E34D-649A-4747-BBE3-4356094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14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20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785D911D-BA57-4E1C-A1E0-3DC0123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Week rule 0 2026-10-12">
            <a:extLst xmlns:a="http://schemas.openxmlformats.org/drawingml/2006/main">
              <a:ext uri="{FF2B5EF4-FFF2-40B4-BE49-F238E27FC236}">
                <a16:creationId xmlns:a16="http://schemas.microsoft.com/office/drawing/2014/main" id="{45DACB99-D73A-4AA7-A3BE-F433DF2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Week rule 0 2026-10-19">
            <a:extLst xmlns:a="http://schemas.openxmlformats.org/drawingml/2006/main">
              <a:ext uri="{FF2B5EF4-FFF2-40B4-BE49-F238E27FC236}">
                <a16:creationId xmlns:a16="http://schemas.microsoft.com/office/drawing/2014/main" id="{2647A285-91CD-457B-8495-AAD3D3A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Week rule 0 2026-10-26">
            <a:extLst xmlns:a="http://schemas.openxmlformats.org/drawingml/2006/main">
              <a:ext uri="{FF2B5EF4-FFF2-40B4-BE49-F238E27FC236}">
                <a16:creationId xmlns:a16="http://schemas.microsoft.com/office/drawing/2014/main" id="{004CD3C9-EDC7-4DA2-AEDE-7850457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Week rule 0 2026-11-02">
            <a:extLst xmlns:a="http://schemas.openxmlformats.org/drawingml/2006/main">
              <a:ext uri="{FF2B5EF4-FFF2-40B4-BE49-F238E27FC236}">
                <a16:creationId xmlns:a16="http://schemas.microsoft.com/office/drawing/2014/main" id="{F4F048E3-BBD6-41B4-BFE1-C47C0801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Week rule 0 2026-11-09">
            <a:extLst xmlns:a="http://schemas.openxmlformats.org/drawingml/2006/main">
              <a:ext uri="{FF2B5EF4-FFF2-40B4-BE49-F238E27FC236}">
                <a16:creationId xmlns:a16="http://schemas.microsoft.com/office/drawing/2014/main" id="{FA6985BB-3DC5-461B-9B96-3CDA8D7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Week rule 0 2026-11-16">
            <a:extLst xmlns:a="http://schemas.openxmlformats.org/drawingml/2006/main">
              <a:ext uri="{FF2B5EF4-FFF2-40B4-BE49-F238E27FC236}">
                <a16:creationId xmlns:a16="http://schemas.microsoft.com/office/drawing/2014/main" id="{9AA013FE-858F-4A8D-B26A-DDD4BFC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Week rule 0 2026-11-23">
            <a:extLst xmlns:a="http://schemas.openxmlformats.org/drawingml/2006/main">
              <a:ext uri="{FF2B5EF4-FFF2-40B4-BE49-F238E27FC236}">
                <a16:creationId xmlns:a16="http://schemas.microsoft.com/office/drawing/2014/main" id="{90E8325B-1D67-4CB6-B193-8E64BBB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Bar 0 0">
            <a:extLst xmlns:a="http://schemas.openxmlformats.org/drawingml/2006/main">
              <a:ext uri="{FF2B5EF4-FFF2-40B4-BE49-F238E27FC236}">
                <a16:creationId xmlns:a16="http://schemas.microsoft.com/office/drawing/2014/main" id="{DF554F38-CAD7-4B15-8174-63E700A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7" y="1585913"/>
            <a:ext cx="58884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Row rule 0">
            <a:extLst xmlns:a="http://schemas.openxmlformats.org/drawingml/2006/main">
              <a:ext uri="{FF2B5EF4-FFF2-40B4-BE49-F238E27FC236}">
                <a16:creationId xmlns:a16="http://schemas.microsoft.com/office/drawing/2014/main" id="{70E4AC48-8852-49C8-9959-5D600645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Row tint 1">
            <a:extLst xmlns:a="http://schemas.openxmlformats.org/drawingml/2006/main">
              <a:ext uri="{FF2B5EF4-FFF2-40B4-BE49-F238E27FC236}">
                <a16:creationId xmlns:a16="http://schemas.microsoft.com/office/drawing/2014/main" id="{D4CFD3C0-9F9D-4CD3-9354-E1844B8D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Task 1">
            <a:extLst xmlns:a="http://schemas.openxmlformats.org/drawingml/2006/main">
              <a:ext uri="{FF2B5EF4-FFF2-40B4-BE49-F238E27FC236}">
                <a16:creationId xmlns:a16="http://schemas.microsoft.com/office/drawing/2014/main" id="{2187DE79-45E0-4525-8210-3F01F123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62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17. Run matched BioLangFusion-style comparisons</a:t>
            </a:r>
          </a:p>
        </p:txBody>
      </p:sp>
      <p:sp>
        <p:nvSpPr>
          <p:cNvPr id="32" name="Status 1">
            <a:extLst xmlns:a="http://schemas.openxmlformats.org/drawingml/2006/main">
              <a:ext uri="{FF2B5EF4-FFF2-40B4-BE49-F238E27FC236}">
                <a16:creationId xmlns:a16="http://schemas.microsoft.com/office/drawing/2014/main" id="{ACF2A899-7B33-4BBD-B557-D981AE0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3" name="Dates 1">
            <a:extLst xmlns:a="http://schemas.openxmlformats.org/drawingml/2006/main">
              <a:ext uri="{FF2B5EF4-FFF2-40B4-BE49-F238E27FC236}">
                <a16:creationId xmlns:a16="http://schemas.microsoft.com/office/drawing/2014/main" id="{BD3C50CF-00E0-404D-91B7-77D6217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10/12–10/18</a:t>
            </a:r>
          </a:p>
        </p:txBody>
      </p:sp>
      <p:sp>
        <p:nvSpPr>
          <p:cNvPr id="34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5EA1D958-01C6-4533-A375-89AFAC98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Week rule 1 2026-10-12">
            <a:extLst xmlns:a="http://schemas.openxmlformats.org/drawingml/2006/main">
              <a:ext uri="{FF2B5EF4-FFF2-40B4-BE49-F238E27FC236}">
                <a16:creationId xmlns:a16="http://schemas.microsoft.com/office/drawing/2014/main" id="{F22FACBB-9EE4-481E-8290-4436B2F8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Week rule 1 2026-10-19">
            <a:extLst xmlns:a="http://schemas.openxmlformats.org/drawingml/2006/main">
              <a:ext uri="{FF2B5EF4-FFF2-40B4-BE49-F238E27FC236}">
                <a16:creationId xmlns:a16="http://schemas.microsoft.com/office/drawing/2014/main" id="{85EB8E99-DFED-4D31-B977-4A6AC45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Week rule 1 2026-10-26">
            <a:extLst xmlns:a="http://schemas.openxmlformats.org/drawingml/2006/main">
              <a:ext uri="{FF2B5EF4-FFF2-40B4-BE49-F238E27FC236}">
                <a16:creationId xmlns:a16="http://schemas.microsoft.com/office/drawing/2014/main" id="{1B70772F-4D26-45ED-A916-35ACA86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Week rule 1 2026-11-02">
            <a:extLst xmlns:a="http://schemas.openxmlformats.org/drawingml/2006/main">
              <a:ext uri="{FF2B5EF4-FFF2-40B4-BE49-F238E27FC236}">
                <a16:creationId xmlns:a16="http://schemas.microsoft.com/office/drawing/2014/main" id="{6EF3495D-2055-42D8-A5EF-3517D54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Week rule 1 2026-11-09">
            <a:extLst xmlns:a="http://schemas.openxmlformats.org/drawingml/2006/main">
              <a:ext uri="{FF2B5EF4-FFF2-40B4-BE49-F238E27FC236}">
                <a16:creationId xmlns:a16="http://schemas.microsoft.com/office/drawing/2014/main" id="{E6030F50-C132-4B47-A14D-1A1458D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Week rule 1 2026-11-16">
            <a:extLst xmlns:a="http://schemas.openxmlformats.org/drawingml/2006/main">
              <a:ext uri="{FF2B5EF4-FFF2-40B4-BE49-F238E27FC236}">
                <a16:creationId xmlns:a16="http://schemas.microsoft.com/office/drawing/2014/main" id="{9D273F7A-7AC9-4A2E-900B-01EC951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Week rule 1 2026-11-23">
            <a:extLst xmlns:a="http://schemas.openxmlformats.org/drawingml/2006/main">
              <a:ext uri="{FF2B5EF4-FFF2-40B4-BE49-F238E27FC236}">
                <a16:creationId xmlns:a16="http://schemas.microsoft.com/office/drawing/2014/main" id="{1C48F0E7-13A8-4B69-AA48-0CA1CD0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" name="Bar 1 0">
            <a:extLst xmlns:a="http://schemas.openxmlformats.org/drawingml/2006/main">
              <a:ext uri="{FF2B5EF4-FFF2-40B4-BE49-F238E27FC236}">
                <a16:creationId xmlns:a16="http://schemas.microsoft.com/office/drawing/2014/main" id="{59B768BA-992A-4373-A520-A980F51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8335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3" name="Row rule 1">
            <a:extLst xmlns:a="http://schemas.openxmlformats.org/drawingml/2006/main">
              <a:ext uri="{FF2B5EF4-FFF2-40B4-BE49-F238E27FC236}">
                <a16:creationId xmlns:a16="http://schemas.microsoft.com/office/drawing/2014/main" id="{FF5E94CF-4370-4C9D-B20D-9FCC520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9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Task 2">
            <a:extLst xmlns:a="http://schemas.openxmlformats.org/drawingml/2006/main">
              <a:ext uri="{FF2B5EF4-FFF2-40B4-BE49-F238E27FC236}">
                <a16:creationId xmlns:a16="http://schemas.microsoft.com/office/drawing/2014/main" id="{F0439E01-9485-4A6D-93B4-1542539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9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18. Run diagnostic and control comparisons</a:t>
            </a:r>
          </a:p>
        </p:txBody>
      </p:sp>
      <p:sp>
        <p:nvSpPr>
          <p:cNvPr id="45" name="Status 2">
            <a:extLst xmlns:a="http://schemas.openxmlformats.org/drawingml/2006/main">
              <a:ext uri="{FF2B5EF4-FFF2-40B4-BE49-F238E27FC236}">
                <a16:creationId xmlns:a16="http://schemas.microsoft.com/office/drawing/2014/main" id="{27EF6AB6-829C-451E-9CB4-1D20515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9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6" name="Dates 2">
            <a:extLst xmlns:a="http://schemas.openxmlformats.org/drawingml/2006/main">
              <a:ext uri="{FF2B5EF4-FFF2-40B4-BE49-F238E27FC236}">
                <a16:creationId xmlns:a16="http://schemas.microsoft.com/office/drawing/2014/main" id="{F385323E-F2FA-48B2-B999-49A0C26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10/12–10/18</a:t>
            </a:r>
          </a:p>
        </p:txBody>
      </p:sp>
      <p:sp>
        <p:nvSpPr>
          <p:cNvPr id="47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1DFA45AF-9EE9-42BD-89C1-77203C0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Week rule 2 2026-10-12">
            <a:extLst xmlns:a="http://schemas.openxmlformats.org/drawingml/2006/main">
              <a:ext uri="{FF2B5EF4-FFF2-40B4-BE49-F238E27FC236}">
                <a16:creationId xmlns:a16="http://schemas.microsoft.com/office/drawing/2014/main" id="{FA681180-B0CC-40E9-9F1F-B4EB6CF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Week rule 2 2026-10-19">
            <a:extLst xmlns:a="http://schemas.openxmlformats.org/drawingml/2006/main">
              <a:ext uri="{FF2B5EF4-FFF2-40B4-BE49-F238E27FC236}">
                <a16:creationId xmlns:a16="http://schemas.microsoft.com/office/drawing/2014/main" id="{A4A6C891-0EFB-41C2-B43A-140DEF56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" name="Week rule 2 2026-10-26">
            <a:extLst xmlns:a="http://schemas.openxmlformats.org/drawingml/2006/main">
              <a:ext uri="{FF2B5EF4-FFF2-40B4-BE49-F238E27FC236}">
                <a16:creationId xmlns:a16="http://schemas.microsoft.com/office/drawing/2014/main" id="{E4423566-22FC-40F8-8A67-19765F3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" name="Week rule 2 2026-11-02">
            <a:extLst xmlns:a="http://schemas.openxmlformats.org/drawingml/2006/main">
              <a:ext uri="{FF2B5EF4-FFF2-40B4-BE49-F238E27FC236}">
                <a16:creationId xmlns:a16="http://schemas.microsoft.com/office/drawing/2014/main" id="{58ED0DCB-20B8-49E6-8D3D-819200E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Week rule 2 2026-11-09">
            <a:extLst xmlns:a="http://schemas.openxmlformats.org/drawingml/2006/main">
              <a:ext uri="{FF2B5EF4-FFF2-40B4-BE49-F238E27FC236}">
                <a16:creationId xmlns:a16="http://schemas.microsoft.com/office/drawing/2014/main" id="{F2B00B25-DB39-4462-ACCE-FE2FD1D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Week rule 2 2026-11-16">
            <a:extLst xmlns:a="http://schemas.openxmlformats.org/drawingml/2006/main">
              <a:ext uri="{FF2B5EF4-FFF2-40B4-BE49-F238E27FC236}">
                <a16:creationId xmlns:a16="http://schemas.microsoft.com/office/drawing/2014/main" id="{BABE59E4-3232-423E-B66D-26FD59E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Week rule 2 2026-11-23">
            <a:extLst xmlns:a="http://schemas.openxmlformats.org/drawingml/2006/main">
              <a:ext uri="{FF2B5EF4-FFF2-40B4-BE49-F238E27FC236}">
                <a16:creationId xmlns:a16="http://schemas.microsoft.com/office/drawing/2014/main" id="{ACFC71CD-C839-4B40-8C05-0B7C235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" name="Bar 2 0">
            <a:extLst xmlns:a="http://schemas.openxmlformats.org/drawingml/2006/main">
              <a:ext uri="{FF2B5EF4-FFF2-40B4-BE49-F238E27FC236}">
                <a16:creationId xmlns:a16="http://schemas.microsoft.com/office/drawing/2014/main" id="{A299A83D-D64B-4527-A2C3-4D1A492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08121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6" name="Row rule 2">
            <a:extLst xmlns:a="http://schemas.openxmlformats.org/drawingml/2006/main">
              <a:ext uri="{FF2B5EF4-FFF2-40B4-BE49-F238E27FC236}">
                <a16:creationId xmlns:a16="http://schemas.microsoft.com/office/drawing/2014/main" id="{0348FF43-5F12-49CA-9B9A-2CFA5584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" name="Row tint 3">
            <a:extLst xmlns:a="http://schemas.openxmlformats.org/drawingml/2006/main">
              <a:ext uri="{FF2B5EF4-FFF2-40B4-BE49-F238E27FC236}">
                <a16:creationId xmlns:a16="http://schemas.microsoft.com/office/drawing/2014/main" id="{A6113379-163A-4FAC-8052-8B3C274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8" name="Task 3">
            <a:extLst xmlns:a="http://schemas.openxmlformats.org/drawingml/2006/main">
              <a:ext uri="{FF2B5EF4-FFF2-40B4-BE49-F238E27FC236}">
                <a16:creationId xmlns:a16="http://schemas.microsoft.com/office/drawing/2014/main" id="{A76426A9-E0D6-4AAE-A97A-E3F85C15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574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 Interpret baselines and revise the next experiment</a:t>
            </a:r>
          </a:p>
        </p:txBody>
      </p:sp>
      <p:sp>
        <p:nvSpPr>
          <p:cNvPr id="59" name="Status 3">
            <a:extLst xmlns:a="http://schemas.openxmlformats.org/drawingml/2006/main">
              <a:ext uri="{FF2B5EF4-FFF2-40B4-BE49-F238E27FC236}">
                <a16:creationId xmlns:a16="http://schemas.microsoft.com/office/drawing/2014/main" id="{5BC0682E-2A7E-4A39-B571-991E8AD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574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60" name="Dates 3">
            <a:extLst xmlns:a="http://schemas.openxmlformats.org/drawingml/2006/main">
              <a:ext uri="{FF2B5EF4-FFF2-40B4-BE49-F238E27FC236}">
                <a16:creationId xmlns:a16="http://schemas.microsoft.com/office/drawing/2014/main" id="{898525C1-F527-4E50-B5A2-7D00136B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57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10/19–10/25</a:t>
            </a:r>
          </a:p>
        </p:txBody>
      </p:sp>
      <p:sp>
        <p:nvSpPr>
          <p:cNvPr id="61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57139B32-4E81-4EE5-8861-50B0DF8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Week rule 3 2026-10-12">
            <a:extLst xmlns:a="http://schemas.openxmlformats.org/drawingml/2006/main">
              <a:ext uri="{FF2B5EF4-FFF2-40B4-BE49-F238E27FC236}">
                <a16:creationId xmlns:a16="http://schemas.microsoft.com/office/drawing/2014/main" id="{B2D7E895-D41F-457A-9577-6C80F6F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Week rule 3 2026-10-19">
            <a:extLst xmlns:a="http://schemas.openxmlformats.org/drawingml/2006/main">
              <a:ext uri="{FF2B5EF4-FFF2-40B4-BE49-F238E27FC236}">
                <a16:creationId xmlns:a16="http://schemas.microsoft.com/office/drawing/2014/main" id="{7E10CDBF-C270-4F61-B1DA-CF22A4D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4" name="Week rule 3 2026-10-26">
            <a:extLst xmlns:a="http://schemas.openxmlformats.org/drawingml/2006/main">
              <a:ext uri="{FF2B5EF4-FFF2-40B4-BE49-F238E27FC236}">
                <a16:creationId xmlns:a16="http://schemas.microsoft.com/office/drawing/2014/main" id="{C5017EC6-2E3E-4732-AB04-9FC5F5F2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Week rule 3 2026-11-02">
            <a:extLst xmlns:a="http://schemas.openxmlformats.org/drawingml/2006/main">
              <a:ext uri="{FF2B5EF4-FFF2-40B4-BE49-F238E27FC236}">
                <a16:creationId xmlns:a16="http://schemas.microsoft.com/office/drawing/2014/main" id="{9589E2CA-AAEC-4FF5-8D40-D4E1901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6" name="Week rule 3 2026-11-09">
            <a:extLst xmlns:a="http://schemas.openxmlformats.org/drawingml/2006/main">
              <a:ext uri="{FF2B5EF4-FFF2-40B4-BE49-F238E27FC236}">
                <a16:creationId xmlns:a16="http://schemas.microsoft.com/office/drawing/2014/main" id="{A1850281-30E1-48E1-AD09-D3D6FF4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7" name="Week rule 3 2026-11-16">
            <a:extLst xmlns:a="http://schemas.openxmlformats.org/drawingml/2006/main">
              <a:ext uri="{FF2B5EF4-FFF2-40B4-BE49-F238E27FC236}">
                <a16:creationId xmlns:a16="http://schemas.microsoft.com/office/drawing/2014/main" id="{D6559AD7-0C31-4D88-997E-D8E054B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8" name="Week rule 3 2026-11-23">
            <a:extLst xmlns:a="http://schemas.openxmlformats.org/drawingml/2006/main">
              <a:ext uri="{FF2B5EF4-FFF2-40B4-BE49-F238E27FC236}">
                <a16:creationId xmlns:a16="http://schemas.microsoft.com/office/drawing/2014/main" id="{9F9BA816-096C-4D17-9807-BF783801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69" name="Bar 3 0">
            <a:extLst xmlns:a="http://schemas.openxmlformats.org/drawingml/2006/main">
              <a:ext uri="{FF2B5EF4-FFF2-40B4-BE49-F238E27FC236}">
                <a16:creationId xmlns:a16="http://schemas.microsoft.com/office/drawing/2014/main" id="{72627507-CD2E-461F-B3E2-C0C6EB9E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3288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0" name="Row rule 3">
            <a:extLst xmlns:a="http://schemas.openxmlformats.org/drawingml/2006/main">
              <a:ext uri="{FF2B5EF4-FFF2-40B4-BE49-F238E27FC236}">
                <a16:creationId xmlns:a16="http://schemas.microsoft.com/office/drawing/2014/main" id="{73F84FCF-0484-464D-A4FF-38DCE72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05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Task 4">
            <a:extLst xmlns:a="http://schemas.openxmlformats.org/drawingml/2006/main">
              <a:ext uri="{FF2B5EF4-FFF2-40B4-BE49-F238E27FC236}">
                <a16:creationId xmlns:a16="http://schemas.microsoft.com/office/drawing/2014/main" id="{0590F8C8-2146-4C2D-A553-D9584388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050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20. Prepare Coupled Mamba inputs and feasibility tests</a:t>
            </a:r>
          </a:p>
        </p:txBody>
      </p:sp>
      <p:sp>
        <p:nvSpPr>
          <p:cNvPr id="72" name="Status 4">
            <a:extLst xmlns:a="http://schemas.openxmlformats.org/drawingml/2006/main">
              <a:ext uri="{FF2B5EF4-FFF2-40B4-BE49-F238E27FC236}">
                <a16:creationId xmlns:a16="http://schemas.microsoft.com/office/drawing/2014/main" id="{D5BD522F-4C4A-4BBD-BF86-F15CEAA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050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73" name="Dates 4">
            <a:extLst xmlns:a="http://schemas.openxmlformats.org/drawingml/2006/main">
              <a:ext uri="{FF2B5EF4-FFF2-40B4-BE49-F238E27FC236}">
                <a16:creationId xmlns:a16="http://schemas.microsoft.com/office/drawing/2014/main" id="{845941F6-AC2F-4730-892F-A27D24F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05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10/12–10/25</a:t>
            </a:r>
          </a:p>
        </p:txBody>
      </p:sp>
      <p:sp>
        <p:nvSpPr>
          <p:cNvPr id="74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CD19D764-9A9B-4F31-BB16-A094F4D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Week rule 4 2026-10-12">
            <a:extLst xmlns:a="http://schemas.openxmlformats.org/drawingml/2006/main">
              <a:ext uri="{FF2B5EF4-FFF2-40B4-BE49-F238E27FC236}">
                <a16:creationId xmlns:a16="http://schemas.microsoft.com/office/drawing/2014/main" id="{3517A556-1583-4742-B0B3-500435B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6" name="Week rule 4 2026-10-19">
            <a:extLst xmlns:a="http://schemas.openxmlformats.org/drawingml/2006/main">
              <a:ext uri="{FF2B5EF4-FFF2-40B4-BE49-F238E27FC236}">
                <a16:creationId xmlns:a16="http://schemas.microsoft.com/office/drawing/2014/main" id="{B0207752-6159-4B0B-B6AB-16E281BC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7" name="Week rule 4 2026-10-26">
            <a:extLst xmlns:a="http://schemas.openxmlformats.org/drawingml/2006/main">
              <a:ext uri="{FF2B5EF4-FFF2-40B4-BE49-F238E27FC236}">
                <a16:creationId xmlns:a16="http://schemas.microsoft.com/office/drawing/2014/main" id="{BBCE9756-8E03-41CC-9CDD-2916595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8" name="Week rule 4 2026-11-02">
            <a:extLst xmlns:a="http://schemas.openxmlformats.org/drawingml/2006/main">
              <a:ext uri="{FF2B5EF4-FFF2-40B4-BE49-F238E27FC236}">
                <a16:creationId xmlns:a16="http://schemas.microsoft.com/office/drawing/2014/main" id="{080269E4-E078-415A-8EFB-96031D9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79" name="Week rule 4 2026-11-09">
            <a:extLst xmlns:a="http://schemas.openxmlformats.org/drawingml/2006/main">
              <a:ext uri="{FF2B5EF4-FFF2-40B4-BE49-F238E27FC236}">
                <a16:creationId xmlns:a16="http://schemas.microsoft.com/office/drawing/2014/main" id="{BE6CCB5A-7AB4-40A4-9EE3-59DD89D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0" name="Week rule 4 2026-11-16">
            <a:extLst xmlns:a="http://schemas.openxmlformats.org/drawingml/2006/main">
              <a:ext uri="{FF2B5EF4-FFF2-40B4-BE49-F238E27FC236}">
                <a16:creationId xmlns:a16="http://schemas.microsoft.com/office/drawing/2014/main" id="{DE14A1D0-5868-43A6-832B-02A7957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Week rule 4 2026-11-23">
            <a:extLst xmlns:a="http://schemas.openxmlformats.org/drawingml/2006/main">
              <a:ext uri="{FF2B5EF4-FFF2-40B4-BE49-F238E27FC236}">
                <a16:creationId xmlns:a16="http://schemas.microsoft.com/office/drawing/2014/main" id="{9043F3E9-2F7A-4F6E-9B0A-40E3189B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Bar 4 0">
            <a:extLst xmlns:a="http://schemas.openxmlformats.org/drawingml/2006/main">
              <a:ext uri="{FF2B5EF4-FFF2-40B4-BE49-F238E27FC236}">
                <a16:creationId xmlns:a16="http://schemas.microsoft.com/office/drawing/2014/main" id="{A8194C1A-F826-4505-B388-6052282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57651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3" name="Row rule 4">
            <a:extLst xmlns:a="http://schemas.openxmlformats.org/drawingml/2006/main">
              <a:ext uri="{FF2B5EF4-FFF2-40B4-BE49-F238E27FC236}">
                <a16:creationId xmlns:a16="http://schemas.microsoft.com/office/drawing/2014/main" id="{75685FA4-1DB5-4F9B-95C4-D2A49FE9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527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Row tint 5">
            <a:extLst xmlns:a="http://schemas.openxmlformats.org/drawingml/2006/main">
              <a:ext uri="{FF2B5EF4-FFF2-40B4-BE49-F238E27FC236}">
                <a16:creationId xmlns:a16="http://schemas.microsoft.com/office/drawing/2014/main" id="{34368CDB-1FB0-479E-824A-0FE4E1DB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527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5" name="Task 5">
            <a:extLst xmlns:a="http://schemas.openxmlformats.org/drawingml/2006/main">
              <a:ext uri="{FF2B5EF4-FFF2-40B4-BE49-F238E27FC236}">
                <a16:creationId xmlns:a16="http://schemas.microsoft.com/office/drawing/2014/main" id="{FD653B03-4037-4B89-88CF-12290A4D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21. Compare Coupled Mamba with matched baselines</a:t>
            </a:r>
          </a:p>
        </p:txBody>
      </p:sp>
      <p:sp>
        <p:nvSpPr>
          <p:cNvPr id="86" name="Status 5">
            <a:extLst xmlns:a="http://schemas.openxmlformats.org/drawingml/2006/main">
              <a:ext uri="{FF2B5EF4-FFF2-40B4-BE49-F238E27FC236}">
                <a16:creationId xmlns:a16="http://schemas.microsoft.com/office/drawing/2014/main" id="{8FE5EFB1-516B-4173-ADF7-BC7A389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527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87" name="Dates 5">
            <a:extLst xmlns:a="http://schemas.openxmlformats.org/drawingml/2006/main">
              <a:ext uri="{FF2B5EF4-FFF2-40B4-BE49-F238E27FC236}">
                <a16:creationId xmlns:a16="http://schemas.microsoft.com/office/drawing/2014/main" id="{6C9C1DCA-18F4-45C0-8AE3-33E51319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52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10/26–11/8</a:t>
            </a:r>
          </a:p>
        </p:txBody>
      </p:sp>
      <p:sp>
        <p:nvSpPr>
          <p:cNvPr id="88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6FA2E628-43CE-4257-92A1-6734B79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Week rule 5 2026-10-12">
            <a:extLst xmlns:a="http://schemas.openxmlformats.org/drawingml/2006/main">
              <a:ext uri="{FF2B5EF4-FFF2-40B4-BE49-F238E27FC236}">
                <a16:creationId xmlns:a16="http://schemas.microsoft.com/office/drawing/2014/main" id="{D702CA8F-94A1-4661-803B-1D9F050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Week rule 5 2026-10-19">
            <a:extLst xmlns:a="http://schemas.openxmlformats.org/drawingml/2006/main">
              <a:ext uri="{FF2B5EF4-FFF2-40B4-BE49-F238E27FC236}">
                <a16:creationId xmlns:a16="http://schemas.microsoft.com/office/drawing/2014/main" id="{134F40CE-2DD8-49EF-A151-8EF5419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1" name="Week rule 5 2026-10-26">
            <a:extLst xmlns:a="http://schemas.openxmlformats.org/drawingml/2006/main">
              <a:ext uri="{FF2B5EF4-FFF2-40B4-BE49-F238E27FC236}">
                <a16:creationId xmlns:a16="http://schemas.microsoft.com/office/drawing/2014/main" id="{4FC7E43A-927B-4B14-9099-C56148B4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Week rule 5 2026-11-02">
            <a:extLst xmlns:a="http://schemas.openxmlformats.org/drawingml/2006/main">
              <a:ext uri="{FF2B5EF4-FFF2-40B4-BE49-F238E27FC236}">
                <a16:creationId xmlns:a16="http://schemas.microsoft.com/office/drawing/2014/main" id="{9B76216B-A090-44D1-8CA9-CA06FBC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3" name="Week rule 5 2026-11-09">
            <a:extLst xmlns:a="http://schemas.openxmlformats.org/drawingml/2006/main">
              <a:ext uri="{FF2B5EF4-FFF2-40B4-BE49-F238E27FC236}">
                <a16:creationId xmlns:a16="http://schemas.microsoft.com/office/drawing/2014/main" id="{8CE9C283-7419-465E-940A-6BBCE36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4" name="Week rule 5 2026-11-16">
            <a:extLst xmlns:a="http://schemas.openxmlformats.org/drawingml/2006/main">
              <a:ext uri="{FF2B5EF4-FFF2-40B4-BE49-F238E27FC236}">
                <a16:creationId xmlns:a16="http://schemas.microsoft.com/office/drawing/2014/main" id="{040B3F10-31D7-4069-B932-C383150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5" name="Week rule 5 2026-11-23">
            <a:extLst xmlns:a="http://schemas.openxmlformats.org/drawingml/2006/main">
              <a:ext uri="{FF2B5EF4-FFF2-40B4-BE49-F238E27FC236}">
                <a16:creationId xmlns:a16="http://schemas.microsoft.com/office/drawing/2014/main" id="{5880B5AD-ACBE-4DE3-AF03-AF96AAE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6" name="Bar 5 0">
            <a:extLst xmlns:a="http://schemas.openxmlformats.org/drawingml/2006/main">
              <a:ext uri="{FF2B5EF4-FFF2-40B4-BE49-F238E27FC236}">
                <a16:creationId xmlns:a16="http://schemas.microsoft.com/office/drawing/2014/main" id="{8D078609-49B5-4E15-AF30-67F2B36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8241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7" name="Row rule 5">
            <a:extLst xmlns:a="http://schemas.openxmlformats.org/drawingml/2006/main">
              <a:ext uri="{FF2B5EF4-FFF2-40B4-BE49-F238E27FC236}">
                <a16:creationId xmlns:a16="http://schemas.microsoft.com/office/drawing/2014/main" id="{30CCB81B-284C-4528-9AA9-F0F556A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Section Repeated runs, interpretation and revision">
            <a:extLst xmlns:a="http://schemas.openxmlformats.org/drawingml/2006/main">
              <a:ext uri="{FF2B5EF4-FFF2-40B4-BE49-F238E27FC236}">
                <a16:creationId xmlns:a16="http://schemas.microsoft.com/office/drawing/2014/main" id="{2635154C-02D9-4924-BFED-52C9437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9" name="Section title Repeated runs, interpretation and revision">
            <a:extLst xmlns:a="http://schemas.openxmlformats.org/drawingml/2006/main">
              <a:ext uri="{FF2B5EF4-FFF2-40B4-BE49-F238E27FC236}">
                <a16:creationId xmlns:a16="http://schemas.microsoft.com/office/drawing/2014/main" id="{3DE59AF5-E61B-4EDC-9FB0-5FC4446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003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Repeated runs, interpretation and revision</a:t>
            </a:r>
          </a:p>
        </p:txBody>
      </p:sp>
      <p:sp>
        <p:nvSpPr>
          <p:cNvPr id="100" name="Task 6">
            <a:extLst xmlns:a="http://schemas.openxmlformats.org/drawingml/2006/main">
              <a:ext uri="{FF2B5EF4-FFF2-40B4-BE49-F238E27FC236}">
                <a16:creationId xmlns:a16="http://schemas.microsoft.com/office/drawing/2014/main" id="{43622B60-59A6-4B4A-9B98-9A08D17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289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28. Repeat runs, quantify uncertainty and revise claims</a:t>
            </a:r>
          </a:p>
        </p:txBody>
      </p:sp>
      <p:sp>
        <p:nvSpPr>
          <p:cNvPr id="101" name="Status 6">
            <a:extLst xmlns:a="http://schemas.openxmlformats.org/drawingml/2006/main">
              <a:ext uri="{FF2B5EF4-FFF2-40B4-BE49-F238E27FC236}">
                <a16:creationId xmlns:a16="http://schemas.microsoft.com/office/drawing/2014/main" id="{6A21B5F3-89FE-4A15-A7EA-2F85AB7B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289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2" name="Dates 6">
            <a:extLst xmlns:a="http://schemas.openxmlformats.org/drawingml/2006/main">
              <a:ext uri="{FF2B5EF4-FFF2-40B4-BE49-F238E27FC236}">
                <a16:creationId xmlns:a16="http://schemas.microsoft.com/office/drawing/2014/main" id="{57A18683-76E7-45C9-B7F8-1DC01E0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28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10/12–11/22</a:t>
            </a:r>
          </a:p>
        </p:txBody>
      </p:sp>
      <p:sp>
        <p:nvSpPr>
          <p:cNvPr id="103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169A5FCB-C2C5-41F9-85CD-B254D115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4" name="Week rule 6 2026-10-12">
            <a:extLst xmlns:a="http://schemas.openxmlformats.org/drawingml/2006/main">
              <a:ext uri="{FF2B5EF4-FFF2-40B4-BE49-F238E27FC236}">
                <a16:creationId xmlns:a16="http://schemas.microsoft.com/office/drawing/2014/main" id="{F159FD3A-0D3D-4DF8-99EC-4684C5E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5" name="Week rule 6 2026-10-19">
            <a:extLst xmlns:a="http://schemas.openxmlformats.org/drawingml/2006/main">
              <a:ext uri="{FF2B5EF4-FFF2-40B4-BE49-F238E27FC236}">
                <a16:creationId xmlns:a16="http://schemas.microsoft.com/office/drawing/2014/main" id="{3437F0B8-C82F-42AC-BC30-17522A3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6" name="Week rule 6 2026-10-26">
            <a:extLst xmlns:a="http://schemas.openxmlformats.org/drawingml/2006/main">
              <a:ext uri="{FF2B5EF4-FFF2-40B4-BE49-F238E27FC236}">
                <a16:creationId xmlns:a16="http://schemas.microsoft.com/office/drawing/2014/main" id="{5726B945-94A8-4A6C-BE96-F1EDFFA2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7" name="Week rule 6 2026-11-02">
            <a:extLst xmlns:a="http://schemas.openxmlformats.org/drawingml/2006/main">
              <a:ext uri="{FF2B5EF4-FFF2-40B4-BE49-F238E27FC236}">
                <a16:creationId xmlns:a16="http://schemas.microsoft.com/office/drawing/2014/main" id="{8392317B-1C56-437A-B78A-258AFE0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8" name="Week rule 6 2026-11-09">
            <a:extLst xmlns:a="http://schemas.openxmlformats.org/drawingml/2006/main">
              <a:ext uri="{FF2B5EF4-FFF2-40B4-BE49-F238E27FC236}">
                <a16:creationId xmlns:a16="http://schemas.microsoft.com/office/drawing/2014/main" id="{30A653A3-B7FA-4641-83F5-21C604D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Week rule 6 2026-11-16">
            <a:extLst xmlns:a="http://schemas.openxmlformats.org/drawingml/2006/main">
              <a:ext uri="{FF2B5EF4-FFF2-40B4-BE49-F238E27FC236}">
                <a16:creationId xmlns:a16="http://schemas.microsoft.com/office/drawing/2014/main" id="{B2B59C66-58EA-4680-B0F6-724C031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0" name="Week rule 6 2026-11-23">
            <a:extLst xmlns:a="http://schemas.openxmlformats.org/drawingml/2006/main">
              <a:ext uri="{FF2B5EF4-FFF2-40B4-BE49-F238E27FC236}">
                <a16:creationId xmlns:a16="http://schemas.microsoft.com/office/drawing/2014/main" id="{1D0978F0-8A77-476A-8B42-0E9CDF18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Bar 6 0">
            <a:extLst xmlns:a="http://schemas.openxmlformats.org/drawingml/2006/main">
              <a:ext uri="{FF2B5EF4-FFF2-40B4-BE49-F238E27FC236}">
                <a16:creationId xmlns:a16="http://schemas.microsoft.com/office/drawing/2014/main" id="{CD00A742-07BD-4451-B219-C9E0D1E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300413"/>
            <a:ext cx="412194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2" name="Row rule 6">
            <a:extLst xmlns:a="http://schemas.openxmlformats.org/drawingml/2006/main">
              <a:ext uri="{FF2B5EF4-FFF2-40B4-BE49-F238E27FC236}">
                <a16:creationId xmlns:a16="http://schemas.microsoft.com/office/drawing/2014/main" id="{7793CFBD-AE1F-4F9F-A7F0-2353D4DA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3" name="Row tint 7">
            <a:extLst xmlns:a="http://schemas.openxmlformats.org/drawingml/2006/main">
              <a:ext uri="{FF2B5EF4-FFF2-40B4-BE49-F238E27FC236}">
                <a16:creationId xmlns:a16="http://schemas.microsoft.com/office/drawing/2014/main" id="{569BE8E5-6A67-49CC-9B63-B46E2C2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4" name="Task 7">
            <a:extLst xmlns:a="http://schemas.openxmlformats.org/drawingml/2006/main">
              <a:ext uri="{FF2B5EF4-FFF2-40B4-BE49-F238E27FC236}">
                <a16:creationId xmlns:a16="http://schemas.microsoft.com/office/drawing/2014/main" id="{75E77B74-9B27-476E-8BB5-CEC2BC6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766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29. Synthesize findings, limitations and next steps</a:t>
            </a:r>
          </a:p>
        </p:txBody>
      </p:sp>
      <p:sp>
        <p:nvSpPr>
          <p:cNvPr id="115" name="Status 7">
            <a:extLst xmlns:a="http://schemas.openxmlformats.org/drawingml/2006/main">
              <a:ext uri="{FF2B5EF4-FFF2-40B4-BE49-F238E27FC236}">
                <a16:creationId xmlns:a16="http://schemas.microsoft.com/office/drawing/2014/main" id="{97E0216D-DCBD-4577-A023-D59D70E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766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16" name="Dates 7">
            <a:extLst xmlns:a="http://schemas.openxmlformats.org/drawingml/2006/main">
              <a:ext uri="{FF2B5EF4-FFF2-40B4-BE49-F238E27FC236}">
                <a16:creationId xmlns:a16="http://schemas.microsoft.com/office/drawing/2014/main" id="{DB841257-13A1-4F39-935D-3C68A10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11/16–11/29</a:t>
            </a:r>
          </a:p>
        </p:txBody>
      </p:sp>
      <p:sp>
        <p:nvSpPr>
          <p:cNvPr id="117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30546FAF-76DA-497D-9885-EDFD004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8" name="Week rule 7 2026-10-12">
            <a:extLst xmlns:a="http://schemas.openxmlformats.org/drawingml/2006/main">
              <a:ext uri="{FF2B5EF4-FFF2-40B4-BE49-F238E27FC236}">
                <a16:creationId xmlns:a16="http://schemas.microsoft.com/office/drawing/2014/main" id="{F40531D7-8989-448F-91C8-668493B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9" name="Week rule 7 2026-10-19">
            <a:extLst xmlns:a="http://schemas.openxmlformats.org/drawingml/2006/main">
              <a:ext uri="{FF2B5EF4-FFF2-40B4-BE49-F238E27FC236}">
                <a16:creationId xmlns:a16="http://schemas.microsoft.com/office/drawing/2014/main" id="{53222011-7E66-449D-B7BE-17EF3A7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0" name="Week rule 7 2026-10-26">
            <a:extLst xmlns:a="http://schemas.openxmlformats.org/drawingml/2006/main">
              <a:ext uri="{FF2B5EF4-FFF2-40B4-BE49-F238E27FC236}">
                <a16:creationId xmlns:a16="http://schemas.microsoft.com/office/drawing/2014/main" id="{86C3C562-B90D-4133-B912-41FBEEE9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1" name="Week rule 7 2026-11-02">
            <a:extLst xmlns:a="http://schemas.openxmlformats.org/drawingml/2006/main">
              <a:ext uri="{FF2B5EF4-FFF2-40B4-BE49-F238E27FC236}">
                <a16:creationId xmlns:a16="http://schemas.microsoft.com/office/drawing/2014/main" id="{D894E17F-F8DF-40B8-A2E9-9771C65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2" name="Week rule 7 2026-11-09">
            <a:extLst xmlns:a="http://schemas.openxmlformats.org/drawingml/2006/main">
              <a:ext uri="{FF2B5EF4-FFF2-40B4-BE49-F238E27FC236}">
                <a16:creationId xmlns:a16="http://schemas.microsoft.com/office/drawing/2014/main" id="{D0D431E6-A7BE-4975-8899-5C350CE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3" name="Week rule 7 2026-11-16">
            <a:extLst xmlns:a="http://schemas.openxmlformats.org/drawingml/2006/main">
              <a:ext uri="{FF2B5EF4-FFF2-40B4-BE49-F238E27FC236}">
                <a16:creationId xmlns:a16="http://schemas.microsoft.com/office/drawing/2014/main" id="{6ECFC575-2C0D-4908-9361-CE3C38C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4" name="Week rule 7 2026-11-23">
            <a:extLst xmlns:a="http://schemas.openxmlformats.org/drawingml/2006/main">
              <a:ext uri="{FF2B5EF4-FFF2-40B4-BE49-F238E27FC236}">
                <a16:creationId xmlns:a16="http://schemas.microsoft.com/office/drawing/2014/main" id="{4FC98976-0AB9-4D1D-B484-7D852D0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5" name="Bar 7 0">
            <a:extLst xmlns:a="http://schemas.openxmlformats.org/drawingml/2006/main">
              <a:ext uri="{FF2B5EF4-FFF2-40B4-BE49-F238E27FC236}">
                <a16:creationId xmlns:a16="http://schemas.microsoft.com/office/drawing/2014/main" id="{BC08B526-011F-4333-A823-21834FD9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5480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6" name="Row rule 7">
            <a:extLst xmlns:a="http://schemas.openxmlformats.org/drawingml/2006/main">
              <a:ext uri="{FF2B5EF4-FFF2-40B4-BE49-F238E27FC236}">
                <a16:creationId xmlns:a16="http://schemas.microsoft.com/office/drawing/2014/main" id="{F93ADD2F-AAF3-4D57-97C0-891EBBD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242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7" name="Section Optional comparisons | Subject to scope and feasibility">
            <a:extLst xmlns:a="http://schemas.openxmlformats.org/drawingml/2006/main">
              <a:ext uri="{FF2B5EF4-FFF2-40B4-BE49-F238E27FC236}">
                <a16:creationId xmlns:a16="http://schemas.microsoft.com/office/drawing/2014/main" id="{9655EF5E-9739-4F4B-9182-4843B9F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242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8" name="Section title Optional comparisons | Subject to scope and feasibility">
            <a:extLst xmlns:a="http://schemas.openxmlformats.org/drawingml/2006/main">
              <a:ext uri="{FF2B5EF4-FFF2-40B4-BE49-F238E27FC236}">
                <a16:creationId xmlns:a16="http://schemas.microsoft.com/office/drawing/2014/main" id="{9B51CA95-15F6-46AE-B25D-B54E53A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comparisons | Subject to scope and feasibility</a:t>
            </a:r>
          </a:p>
        </p:txBody>
      </p:sp>
      <p:sp>
        <p:nvSpPr>
          <p:cNvPr id="129" name="Task 8">
            <a:extLst xmlns:a="http://schemas.openxmlformats.org/drawingml/2006/main">
              <a:ext uri="{FF2B5EF4-FFF2-40B4-BE49-F238E27FC236}">
                <a16:creationId xmlns:a16="http://schemas.microsoft.com/office/drawing/2014/main" id="{637207CA-B80D-4E7D-9876-FFE464E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528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22. Layer depth and PCA/variance comparisons</a:t>
            </a:r>
          </a:p>
        </p:txBody>
      </p:sp>
      <p:sp>
        <p:nvSpPr>
          <p:cNvPr id="130" name="Status 8">
            <a:extLst xmlns:a="http://schemas.openxmlformats.org/drawingml/2006/main">
              <a:ext uri="{FF2B5EF4-FFF2-40B4-BE49-F238E27FC236}">
                <a16:creationId xmlns:a16="http://schemas.microsoft.com/office/drawing/2014/main" id="{840CF23C-EE86-4E8D-8260-155BD41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31" name="Dates 8">
            <a:extLst xmlns:a="http://schemas.openxmlformats.org/drawingml/2006/main">
              <a:ext uri="{FF2B5EF4-FFF2-40B4-BE49-F238E27FC236}">
                <a16:creationId xmlns:a16="http://schemas.microsoft.com/office/drawing/2014/main" id="{90717914-468A-424A-B38D-14F52C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10/19–11/1</a:t>
            </a:r>
          </a:p>
        </p:txBody>
      </p:sp>
      <p:sp>
        <p:nvSpPr>
          <p:cNvPr id="132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33BF5DAD-08F5-42C1-8A51-C16CA67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3" name="Week rule 8 2026-10-12">
            <a:extLst xmlns:a="http://schemas.openxmlformats.org/drawingml/2006/main">
              <a:ext uri="{FF2B5EF4-FFF2-40B4-BE49-F238E27FC236}">
                <a16:creationId xmlns:a16="http://schemas.microsoft.com/office/drawing/2014/main" id="{A24B2E21-053D-4917-B857-44ABCBD2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4" name="Week rule 8 2026-10-19">
            <a:extLst xmlns:a="http://schemas.openxmlformats.org/drawingml/2006/main">
              <a:ext uri="{FF2B5EF4-FFF2-40B4-BE49-F238E27FC236}">
                <a16:creationId xmlns:a16="http://schemas.microsoft.com/office/drawing/2014/main" id="{62BA7AE5-44BF-4742-BF5B-650ACA1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5" name="Week rule 8 2026-10-26">
            <a:extLst xmlns:a="http://schemas.openxmlformats.org/drawingml/2006/main">
              <a:ext uri="{FF2B5EF4-FFF2-40B4-BE49-F238E27FC236}">
                <a16:creationId xmlns:a16="http://schemas.microsoft.com/office/drawing/2014/main" id="{44136B26-9C31-4E40-ADC0-AA7FF27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6" name="Week rule 8 2026-11-02">
            <a:extLst xmlns:a="http://schemas.openxmlformats.org/drawingml/2006/main">
              <a:ext uri="{FF2B5EF4-FFF2-40B4-BE49-F238E27FC236}">
                <a16:creationId xmlns:a16="http://schemas.microsoft.com/office/drawing/2014/main" id="{48E0A5D3-873B-4DBA-98EF-24B14E5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7" name="Week rule 8 2026-11-09">
            <a:extLst xmlns:a="http://schemas.openxmlformats.org/drawingml/2006/main">
              <a:ext uri="{FF2B5EF4-FFF2-40B4-BE49-F238E27FC236}">
                <a16:creationId xmlns:a16="http://schemas.microsoft.com/office/drawing/2014/main" id="{4804E5D1-87EF-4C3A-B6A3-6872412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8" name="Week rule 8 2026-11-16">
            <a:extLst xmlns:a="http://schemas.openxmlformats.org/drawingml/2006/main">
              <a:ext uri="{FF2B5EF4-FFF2-40B4-BE49-F238E27FC236}">
                <a16:creationId xmlns:a16="http://schemas.microsoft.com/office/drawing/2014/main" id="{EBF31800-579C-4D98-AFE4-38C7DB6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9" name="Week rule 8 2026-11-23">
            <a:extLst xmlns:a="http://schemas.openxmlformats.org/drawingml/2006/main">
              <a:ext uri="{FF2B5EF4-FFF2-40B4-BE49-F238E27FC236}">
                <a16:creationId xmlns:a16="http://schemas.microsoft.com/office/drawing/2014/main" id="{7D812DC4-2A97-4C13-AA4A-0578DA9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0" name="Bar 8 0">
            <a:extLst xmlns:a="http://schemas.openxmlformats.org/drawingml/2006/main">
              <a:ext uri="{FF2B5EF4-FFF2-40B4-BE49-F238E27FC236}">
                <a16:creationId xmlns:a16="http://schemas.microsoft.com/office/drawing/2014/main" id="{D91AE697-5B3E-4E20-8B04-4BBA1C43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02431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1" name="Row rule 8">
            <a:extLst xmlns:a="http://schemas.openxmlformats.org/drawingml/2006/main">
              <a:ext uri="{FF2B5EF4-FFF2-40B4-BE49-F238E27FC236}">
                <a16:creationId xmlns:a16="http://schemas.microsoft.com/office/drawing/2014/main" id="{1ABE03A1-306C-4A77-8B33-3C24447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2" name="Row tint 9">
            <a:extLst xmlns:a="http://schemas.openxmlformats.org/drawingml/2006/main">
              <a:ext uri="{FF2B5EF4-FFF2-40B4-BE49-F238E27FC236}">
                <a16:creationId xmlns:a16="http://schemas.microsoft.com/office/drawing/2014/main" id="{B4918258-46D3-4785-BCE7-217CA301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3" name="Task 9">
            <a:extLst xmlns:a="http://schemas.openxmlformats.org/drawingml/2006/main">
              <a:ext uri="{FF2B5EF4-FFF2-40B4-BE49-F238E27FC236}">
                <a16:creationId xmlns:a16="http://schemas.microsoft.com/office/drawing/2014/main" id="{53ED0284-6F6A-4B4E-9259-C046B2C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005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 Alignment-objective ablation</a:t>
            </a:r>
          </a:p>
        </p:txBody>
      </p:sp>
      <p:sp>
        <p:nvSpPr>
          <p:cNvPr id="144" name="Status 9">
            <a:extLst xmlns:a="http://schemas.openxmlformats.org/drawingml/2006/main">
              <a:ext uri="{FF2B5EF4-FFF2-40B4-BE49-F238E27FC236}">
                <a16:creationId xmlns:a16="http://schemas.microsoft.com/office/drawing/2014/main" id="{6DF78B3D-ACBD-411A-9217-3D156D4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45" name="Dates 9">
            <a:extLst xmlns:a="http://schemas.openxmlformats.org/drawingml/2006/main">
              <a:ext uri="{FF2B5EF4-FFF2-40B4-BE49-F238E27FC236}">
                <a16:creationId xmlns:a16="http://schemas.microsoft.com/office/drawing/2014/main" id="{4F1FD800-C539-4A8F-9E8C-6DF8B59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11/2–11/8</a:t>
            </a:r>
          </a:p>
        </p:txBody>
      </p:sp>
      <p:sp>
        <p:nvSpPr>
          <p:cNvPr id="146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DE46E0BE-B842-4B6A-B394-B40C98B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7" name="Week rule 9 2026-10-12">
            <a:extLst xmlns:a="http://schemas.openxmlformats.org/drawingml/2006/main">
              <a:ext uri="{FF2B5EF4-FFF2-40B4-BE49-F238E27FC236}">
                <a16:creationId xmlns:a16="http://schemas.microsoft.com/office/drawing/2014/main" id="{24702D6F-4444-45F2-8118-F0F2B5B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8" name="Week rule 9 2026-10-19">
            <a:extLst xmlns:a="http://schemas.openxmlformats.org/drawingml/2006/main">
              <a:ext uri="{FF2B5EF4-FFF2-40B4-BE49-F238E27FC236}">
                <a16:creationId xmlns:a16="http://schemas.microsoft.com/office/drawing/2014/main" id="{415E6822-2BCC-476E-93BE-041C59F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9" name="Week rule 9 2026-10-26">
            <a:extLst xmlns:a="http://schemas.openxmlformats.org/drawingml/2006/main">
              <a:ext uri="{FF2B5EF4-FFF2-40B4-BE49-F238E27FC236}">
                <a16:creationId xmlns:a16="http://schemas.microsoft.com/office/drawing/2014/main" id="{A27B502E-9EBD-4C94-BA1C-B3925554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0" name="Week rule 9 2026-11-02">
            <a:extLst xmlns:a="http://schemas.openxmlformats.org/drawingml/2006/main">
              <a:ext uri="{FF2B5EF4-FFF2-40B4-BE49-F238E27FC236}">
                <a16:creationId xmlns:a16="http://schemas.microsoft.com/office/drawing/2014/main" id="{33FEF8D7-65D1-4437-97AA-982D5B6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1" name="Week rule 9 2026-11-09">
            <a:extLst xmlns:a="http://schemas.openxmlformats.org/drawingml/2006/main">
              <a:ext uri="{FF2B5EF4-FFF2-40B4-BE49-F238E27FC236}">
                <a16:creationId xmlns:a16="http://schemas.microsoft.com/office/drawing/2014/main" id="{CC772559-E4F9-47E2-9FE1-FB5C6AA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2" name="Week rule 9 2026-11-16">
            <a:extLst xmlns:a="http://schemas.openxmlformats.org/drawingml/2006/main">
              <a:ext uri="{FF2B5EF4-FFF2-40B4-BE49-F238E27FC236}">
                <a16:creationId xmlns:a16="http://schemas.microsoft.com/office/drawing/2014/main" id="{BACB2361-A43C-42E6-9554-E87D594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3" name="Week rule 9 2026-11-23">
            <a:extLst xmlns:a="http://schemas.openxmlformats.org/drawingml/2006/main">
              <a:ext uri="{FF2B5EF4-FFF2-40B4-BE49-F238E27FC236}">
                <a16:creationId xmlns:a16="http://schemas.microsoft.com/office/drawing/2014/main" id="{D28CA104-F03F-41A6-B39B-333D6AE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4" name="Bar 9 0">
            <a:extLst xmlns:a="http://schemas.openxmlformats.org/drawingml/2006/main">
              <a:ext uri="{FF2B5EF4-FFF2-40B4-BE49-F238E27FC236}">
                <a16:creationId xmlns:a16="http://schemas.microsoft.com/office/drawing/2014/main" id="{09C637DD-D475-47F4-9365-87746928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2719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5" name="Row rule 9">
            <a:extLst xmlns:a="http://schemas.openxmlformats.org/drawingml/2006/main">
              <a:ext uri="{FF2B5EF4-FFF2-40B4-BE49-F238E27FC236}">
                <a16:creationId xmlns:a16="http://schemas.microsoft.com/office/drawing/2014/main" id="{12FE7C13-96AE-4E49-BC74-C4A4CF4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6" name="Task 10">
            <a:extLst xmlns:a="http://schemas.openxmlformats.org/drawingml/2006/main">
              <a:ext uri="{FF2B5EF4-FFF2-40B4-BE49-F238E27FC236}">
                <a16:creationId xmlns:a16="http://schemas.microsoft.com/office/drawing/2014/main" id="{4E5088E9-E043-4CC4-BA8F-F22C427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4481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24. More DNA, RNA and protein encoders</a:t>
            </a:r>
          </a:p>
        </p:txBody>
      </p:sp>
      <p:sp>
        <p:nvSpPr>
          <p:cNvPr id="157" name="Status 10">
            <a:extLst xmlns:a="http://schemas.openxmlformats.org/drawingml/2006/main">
              <a:ext uri="{FF2B5EF4-FFF2-40B4-BE49-F238E27FC236}">
                <a16:creationId xmlns:a16="http://schemas.microsoft.com/office/drawing/2014/main" id="{68B4AF21-7BBA-4AC1-B4FB-7A8F1CC3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58" name="Dates 10">
            <a:extLst xmlns:a="http://schemas.openxmlformats.org/drawingml/2006/main">
              <a:ext uri="{FF2B5EF4-FFF2-40B4-BE49-F238E27FC236}">
                <a16:creationId xmlns:a16="http://schemas.microsoft.com/office/drawing/2014/main" id="{9586BA54-B47F-4C89-BC8B-B2702B6A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448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11/9–11/15</a:t>
            </a:r>
          </a:p>
        </p:txBody>
      </p:sp>
      <p:sp>
        <p:nvSpPr>
          <p:cNvPr id="159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7C3B19E6-0127-49F1-BB7F-882E0AE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0" name="Week rule 10 2026-10-12">
            <a:extLst xmlns:a="http://schemas.openxmlformats.org/drawingml/2006/main">
              <a:ext uri="{FF2B5EF4-FFF2-40B4-BE49-F238E27FC236}">
                <a16:creationId xmlns:a16="http://schemas.microsoft.com/office/drawing/2014/main" id="{BFB6BFF7-FB2F-4743-80F6-47A7624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1" name="Week rule 10 2026-10-19">
            <a:extLst xmlns:a="http://schemas.openxmlformats.org/drawingml/2006/main">
              <a:ext uri="{FF2B5EF4-FFF2-40B4-BE49-F238E27FC236}">
                <a16:creationId xmlns:a16="http://schemas.microsoft.com/office/drawing/2014/main" id="{205D0A1F-C332-4323-BD30-70213B9C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2" name="Week rule 10 2026-10-26">
            <a:extLst xmlns:a="http://schemas.openxmlformats.org/drawingml/2006/main">
              <a:ext uri="{FF2B5EF4-FFF2-40B4-BE49-F238E27FC236}">
                <a16:creationId xmlns:a16="http://schemas.microsoft.com/office/drawing/2014/main" id="{C69BD810-0A83-4DD2-91A2-7B12A70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3" name="Week rule 10 2026-11-02">
            <a:extLst xmlns:a="http://schemas.openxmlformats.org/drawingml/2006/main">
              <a:ext uri="{FF2B5EF4-FFF2-40B4-BE49-F238E27FC236}">
                <a16:creationId xmlns:a16="http://schemas.microsoft.com/office/drawing/2014/main" id="{C82CA645-51D2-4991-BE9C-9ED08985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4" name="Week rule 10 2026-11-09">
            <a:extLst xmlns:a="http://schemas.openxmlformats.org/drawingml/2006/main">
              <a:ext uri="{FF2B5EF4-FFF2-40B4-BE49-F238E27FC236}">
                <a16:creationId xmlns:a16="http://schemas.microsoft.com/office/drawing/2014/main" id="{DEAA2D21-598A-49F8-91B7-EBEBE6A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5" name="Week rule 10 2026-11-16">
            <a:extLst xmlns:a="http://schemas.openxmlformats.org/drawingml/2006/main">
              <a:ext uri="{FF2B5EF4-FFF2-40B4-BE49-F238E27FC236}">
                <a16:creationId xmlns:a16="http://schemas.microsoft.com/office/drawing/2014/main" id="{87C1764E-7BAE-4B84-B367-696C8BB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6" name="Week rule 10 2026-11-23">
            <a:extLst xmlns:a="http://schemas.openxmlformats.org/drawingml/2006/main">
              <a:ext uri="{FF2B5EF4-FFF2-40B4-BE49-F238E27FC236}">
                <a16:creationId xmlns:a16="http://schemas.microsoft.com/office/drawing/2014/main" id="{35A39396-4B19-4FAD-9F04-BB7C85CE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7" name="Bar 10 0">
            <a:extLst xmlns:a="http://schemas.openxmlformats.org/drawingml/2006/main">
              <a:ext uri="{FF2B5EF4-FFF2-40B4-BE49-F238E27FC236}">
                <a16:creationId xmlns:a16="http://schemas.microsoft.com/office/drawing/2014/main" id="{6E81A048-96A3-42C6-9A83-507590C0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51961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8" name="Row rule 10">
            <a:extLst xmlns:a="http://schemas.openxmlformats.org/drawingml/2006/main">
              <a:ext uri="{FF2B5EF4-FFF2-40B4-BE49-F238E27FC236}">
                <a16:creationId xmlns:a16="http://schemas.microsoft.com/office/drawing/2014/main" id="{B99F9A40-826F-4F48-B67A-92DBABBB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9" name="Row tint 11">
            <a:extLst xmlns:a="http://schemas.openxmlformats.org/drawingml/2006/main">
              <a:ext uri="{FF2B5EF4-FFF2-40B4-BE49-F238E27FC236}">
                <a16:creationId xmlns:a16="http://schemas.microsoft.com/office/drawing/2014/main" id="{91E03909-41B7-48BA-AE1C-51FF647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0" name="Task 11">
            <a:extLst xmlns:a="http://schemas.openxmlformats.org/drawingml/2006/main">
              <a:ext uri="{FF2B5EF4-FFF2-40B4-BE49-F238E27FC236}">
                <a16:creationId xmlns:a16="http://schemas.microsoft.com/office/drawing/2014/main" id="{251AAC85-9836-4F30-ABB5-004E14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958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25. IsoFormer-style fusion comparison</a:t>
            </a:r>
          </a:p>
        </p:txBody>
      </p:sp>
      <p:sp>
        <p:nvSpPr>
          <p:cNvPr id="171" name="Status 11">
            <a:extLst xmlns:a="http://schemas.openxmlformats.org/drawingml/2006/main">
              <a:ext uri="{FF2B5EF4-FFF2-40B4-BE49-F238E27FC236}">
                <a16:creationId xmlns:a16="http://schemas.microsoft.com/office/drawing/2014/main" id="{4A41FDA8-0120-4B80-BD18-C118FA8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958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72" name="Dates 11">
            <a:extLst xmlns:a="http://schemas.openxmlformats.org/drawingml/2006/main">
              <a:ext uri="{FF2B5EF4-FFF2-40B4-BE49-F238E27FC236}">
                <a16:creationId xmlns:a16="http://schemas.microsoft.com/office/drawing/2014/main" id="{DF11D76E-7680-4E90-B361-259AE0D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958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11/9–11/15</a:t>
            </a:r>
          </a:p>
        </p:txBody>
      </p:sp>
      <p:sp>
        <p:nvSpPr>
          <p:cNvPr id="173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ED118C91-1DD3-43AC-A94F-90EC0D1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4" name="Week rule 11 2026-10-12">
            <a:extLst xmlns:a="http://schemas.openxmlformats.org/drawingml/2006/main">
              <a:ext uri="{FF2B5EF4-FFF2-40B4-BE49-F238E27FC236}">
                <a16:creationId xmlns:a16="http://schemas.microsoft.com/office/drawing/2014/main" id="{5A0A3A87-80FB-4675-A048-5B02864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5" name="Week rule 11 2026-10-19">
            <a:extLst xmlns:a="http://schemas.openxmlformats.org/drawingml/2006/main">
              <a:ext uri="{FF2B5EF4-FFF2-40B4-BE49-F238E27FC236}">
                <a16:creationId xmlns:a16="http://schemas.microsoft.com/office/drawing/2014/main" id="{B34EAD79-EF9D-4D7F-A1DF-3CA2DB8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6" name="Week rule 11 2026-10-26">
            <a:extLst xmlns:a="http://schemas.openxmlformats.org/drawingml/2006/main">
              <a:ext uri="{FF2B5EF4-FFF2-40B4-BE49-F238E27FC236}">
                <a16:creationId xmlns:a16="http://schemas.microsoft.com/office/drawing/2014/main" id="{F34EDD74-D977-462A-A314-B7E38FB0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7" name="Week rule 11 2026-11-02">
            <a:extLst xmlns:a="http://schemas.openxmlformats.org/drawingml/2006/main">
              <a:ext uri="{FF2B5EF4-FFF2-40B4-BE49-F238E27FC236}">
                <a16:creationId xmlns:a16="http://schemas.microsoft.com/office/drawing/2014/main" id="{D436A1DE-F828-406B-9BA8-903510F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8" name="Week rule 11 2026-11-09">
            <a:extLst xmlns:a="http://schemas.openxmlformats.org/drawingml/2006/main">
              <a:ext uri="{FF2B5EF4-FFF2-40B4-BE49-F238E27FC236}">
                <a16:creationId xmlns:a16="http://schemas.microsoft.com/office/drawing/2014/main" id="{5C79B2C4-7679-489C-AC21-1660D806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9" name="Week rule 11 2026-11-16">
            <a:extLst xmlns:a="http://schemas.openxmlformats.org/drawingml/2006/main">
              <a:ext uri="{FF2B5EF4-FFF2-40B4-BE49-F238E27FC236}">
                <a16:creationId xmlns:a16="http://schemas.microsoft.com/office/drawing/2014/main" id="{F3955ACC-637A-45C4-85F6-6DA3240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0" name="Week rule 11 2026-11-23">
            <a:extLst xmlns:a="http://schemas.openxmlformats.org/drawingml/2006/main">
              <a:ext uri="{FF2B5EF4-FFF2-40B4-BE49-F238E27FC236}">
                <a16:creationId xmlns:a16="http://schemas.microsoft.com/office/drawing/2014/main" id="{BC47268D-4441-43B2-AD9E-667CB8F5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1" name="Bar 11 0">
            <a:extLst xmlns:a="http://schemas.openxmlformats.org/drawingml/2006/main">
              <a:ext uri="{FF2B5EF4-FFF2-40B4-BE49-F238E27FC236}">
                <a16:creationId xmlns:a16="http://schemas.microsoft.com/office/drawing/2014/main" id="{7336AD66-9EC3-41BD-B402-EEA730E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7672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2" name="Row rule 11">
            <a:extLst xmlns:a="http://schemas.openxmlformats.org/drawingml/2006/main">
              <a:ext uri="{FF2B5EF4-FFF2-40B4-BE49-F238E27FC236}">
                <a16:creationId xmlns:a16="http://schemas.microsoft.com/office/drawing/2014/main" id="{39B7BB46-7A24-4395-8285-B760B79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434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3" name="Task 12">
            <a:extLst xmlns:a="http://schemas.openxmlformats.org/drawingml/2006/main">
              <a:ext uri="{FF2B5EF4-FFF2-40B4-BE49-F238E27FC236}">
                <a16:creationId xmlns:a16="http://schemas.microsoft.com/office/drawing/2014/main" id="{AB3BEB46-4A7A-4D5F-A33E-85881954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43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26. Agree tokenizer benchmark scope and protocol</a:t>
            </a:r>
          </a:p>
        </p:txBody>
      </p:sp>
      <p:sp>
        <p:nvSpPr>
          <p:cNvPr id="184" name="Status 12">
            <a:extLst xmlns:a="http://schemas.openxmlformats.org/drawingml/2006/main">
              <a:ext uri="{FF2B5EF4-FFF2-40B4-BE49-F238E27FC236}">
                <a16:creationId xmlns:a16="http://schemas.microsoft.com/office/drawing/2014/main" id="{209E8DB0-FB35-48F8-A934-AA3C62F3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43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85" name="Dates 12">
            <a:extLst xmlns:a="http://schemas.openxmlformats.org/drawingml/2006/main">
              <a:ext uri="{FF2B5EF4-FFF2-40B4-BE49-F238E27FC236}">
                <a16:creationId xmlns:a16="http://schemas.microsoft.com/office/drawing/2014/main" id="{CE8D097B-482A-446C-B692-E4948216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43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10/6–10/18</a:t>
            </a:r>
          </a:p>
        </p:txBody>
      </p:sp>
      <p:sp>
        <p:nvSpPr>
          <p:cNvPr id="186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D9257D3A-D332-486A-9CA8-4A86B3D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7" name="Week rule 12 2026-10-12">
            <a:extLst xmlns:a="http://schemas.openxmlformats.org/drawingml/2006/main">
              <a:ext uri="{FF2B5EF4-FFF2-40B4-BE49-F238E27FC236}">
                <a16:creationId xmlns:a16="http://schemas.microsoft.com/office/drawing/2014/main" id="{7152F90A-DCCF-46A3-9AAF-D3E1B06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8" name="Week rule 12 2026-10-19">
            <a:extLst xmlns:a="http://schemas.openxmlformats.org/drawingml/2006/main">
              <a:ext uri="{FF2B5EF4-FFF2-40B4-BE49-F238E27FC236}">
                <a16:creationId xmlns:a16="http://schemas.microsoft.com/office/drawing/2014/main" id="{007008A2-D03C-4E09-92B8-3538854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9" name="Week rule 12 2026-10-26">
            <a:extLst xmlns:a="http://schemas.openxmlformats.org/drawingml/2006/main">
              <a:ext uri="{FF2B5EF4-FFF2-40B4-BE49-F238E27FC236}">
                <a16:creationId xmlns:a16="http://schemas.microsoft.com/office/drawing/2014/main" id="{C25F1641-3B4E-477C-B610-4DCDED8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0" name="Week rule 12 2026-11-02">
            <a:extLst xmlns:a="http://schemas.openxmlformats.org/drawingml/2006/main">
              <a:ext uri="{FF2B5EF4-FFF2-40B4-BE49-F238E27FC236}">
                <a16:creationId xmlns:a16="http://schemas.microsoft.com/office/drawing/2014/main" id="{7DED3565-221C-4FF2-8A29-57347D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1" name="Week rule 12 2026-11-09">
            <a:extLst xmlns:a="http://schemas.openxmlformats.org/drawingml/2006/main">
              <a:ext uri="{FF2B5EF4-FFF2-40B4-BE49-F238E27FC236}">
                <a16:creationId xmlns:a16="http://schemas.microsoft.com/office/drawing/2014/main" id="{8E646BAC-A078-40E0-BEFE-8F5649B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2" name="Week rule 12 2026-11-16">
            <a:extLst xmlns:a="http://schemas.openxmlformats.org/drawingml/2006/main">
              <a:ext uri="{FF2B5EF4-FFF2-40B4-BE49-F238E27FC236}">
                <a16:creationId xmlns:a16="http://schemas.microsoft.com/office/drawing/2014/main" id="{BA766465-071F-46B4-970A-5EA2E92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3" name="Week rule 12 2026-11-23">
            <a:extLst xmlns:a="http://schemas.openxmlformats.org/drawingml/2006/main">
              <a:ext uri="{FF2B5EF4-FFF2-40B4-BE49-F238E27FC236}">
                <a16:creationId xmlns:a16="http://schemas.microsoft.com/office/drawing/2014/main" id="{E84272E0-E366-45BB-B969-4072E0C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4" name="Bar 12 0">
            <a:extLst xmlns:a="http://schemas.openxmlformats.org/drawingml/2006/main">
              <a:ext uri="{FF2B5EF4-FFF2-40B4-BE49-F238E27FC236}">
                <a16:creationId xmlns:a16="http://schemas.microsoft.com/office/drawing/2014/main" id="{E703D13E-418A-4531-B331-260B5351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7" y="5014913"/>
            <a:ext cx="12758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5" name="Row rule 12">
            <a:extLst xmlns:a="http://schemas.openxmlformats.org/drawingml/2006/main">
              <a:ext uri="{FF2B5EF4-FFF2-40B4-BE49-F238E27FC236}">
                <a16:creationId xmlns:a16="http://schemas.microsoft.com/office/drawing/2014/main" id="{74604783-67A8-4E9A-8A41-99FCB823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6" name="Row tint 13">
            <a:extLst xmlns:a="http://schemas.openxmlformats.org/drawingml/2006/main">
              <a:ext uri="{FF2B5EF4-FFF2-40B4-BE49-F238E27FC236}">
                <a16:creationId xmlns:a16="http://schemas.microsoft.com/office/drawing/2014/main" id="{C4108877-903B-454D-80BC-D790812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7" name="Task 13">
            <a:extLst xmlns:a="http://schemas.openxmlformats.org/drawingml/2006/main">
              <a:ext uri="{FF2B5EF4-FFF2-40B4-BE49-F238E27FC236}">
                <a16:creationId xmlns:a16="http://schemas.microsoft.com/office/drawing/2014/main" id="{45B1AA50-E80D-4B1B-B286-CBD75563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91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27. Lab-tokenizer benchmark pilot</a:t>
            </a:r>
          </a:p>
        </p:txBody>
      </p:sp>
      <p:sp>
        <p:nvSpPr>
          <p:cNvPr id="198" name="Status 13">
            <a:extLst xmlns:a="http://schemas.openxmlformats.org/drawingml/2006/main">
              <a:ext uri="{FF2B5EF4-FFF2-40B4-BE49-F238E27FC236}">
                <a16:creationId xmlns:a16="http://schemas.microsoft.com/office/drawing/2014/main" id="{88FCCFB0-DF07-4DD5-8E2F-DA3B2E6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91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99" name="Dates 13">
            <a:extLst xmlns:a="http://schemas.openxmlformats.org/drawingml/2006/main">
              <a:ext uri="{FF2B5EF4-FFF2-40B4-BE49-F238E27FC236}">
                <a16:creationId xmlns:a16="http://schemas.microsoft.com/office/drawing/2014/main" id="{38235E5F-0ACC-404F-9EAE-F1C4746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91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11/2–11/15</a:t>
            </a:r>
          </a:p>
        </p:txBody>
      </p:sp>
      <p:sp>
        <p:nvSpPr>
          <p:cNvPr id="200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319A7542-8CED-4DF3-80E1-49DB918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1" name="Week rule 13 2026-10-12">
            <a:extLst xmlns:a="http://schemas.openxmlformats.org/drawingml/2006/main">
              <a:ext uri="{FF2B5EF4-FFF2-40B4-BE49-F238E27FC236}">
                <a16:creationId xmlns:a16="http://schemas.microsoft.com/office/drawing/2014/main" id="{2E52970A-45F1-47DE-B314-28435B7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2" name="Week rule 13 2026-10-19">
            <a:extLst xmlns:a="http://schemas.openxmlformats.org/drawingml/2006/main">
              <a:ext uri="{FF2B5EF4-FFF2-40B4-BE49-F238E27FC236}">
                <a16:creationId xmlns:a16="http://schemas.microsoft.com/office/drawing/2014/main" id="{0D77A0DD-9614-4498-B3BD-B6A3679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3" name="Week rule 13 2026-10-26">
            <a:extLst xmlns:a="http://schemas.openxmlformats.org/drawingml/2006/main">
              <a:ext uri="{FF2B5EF4-FFF2-40B4-BE49-F238E27FC236}">
                <a16:creationId xmlns:a16="http://schemas.microsoft.com/office/drawing/2014/main" id="{F1384D6C-FF93-41CB-9CF2-A22ED85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4" name="Week rule 13 2026-11-02">
            <a:extLst xmlns:a="http://schemas.openxmlformats.org/drawingml/2006/main">
              <a:ext uri="{FF2B5EF4-FFF2-40B4-BE49-F238E27FC236}">
                <a16:creationId xmlns:a16="http://schemas.microsoft.com/office/drawing/2014/main" id="{7F9759F7-98AE-4322-9630-3743BE3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5" name="Week rule 13 2026-11-09">
            <a:extLst xmlns:a="http://schemas.openxmlformats.org/drawingml/2006/main">
              <a:ext uri="{FF2B5EF4-FFF2-40B4-BE49-F238E27FC236}">
                <a16:creationId xmlns:a16="http://schemas.microsoft.com/office/drawing/2014/main" id="{7E052F4C-A394-44A7-BF95-ADF3434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6" name="Week rule 13 2026-11-16">
            <a:extLst xmlns:a="http://schemas.openxmlformats.org/drawingml/2006/main">
              <a:ext uri="{FF2B5EF4-FFF2-40B4-BE49-F238E27FC236}">
                <a16:creationId xmlns:a16="http://schemas.microsoft.com/office/drawing/2014/main" id="{5B4D84EC-E44E-4662-A1ED-524E804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7" name="Week rule 13 2026-11-23">
            <a:extLst xmlns:a="http://schemas.openxmlformats.org/drawingml/2006/main">
              <a:ext uri="{FF2B5EF4-FFF2-40B4-BE49-F238E27FC236}">
                <a16:creationId xmlns:a16="http://schemas.microsoft.com/office/drawing/2014/main" id="{1466E559-3C17-4464-A312-D75684A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8" name="Bar 13 0">
            <a:extLst xmlns:a="http://schemas.openxmlformats.org/drawingml/2006/main">
              <a:ext uri="{FF2B5EF4-FFF2-40B4-BE49-F238E27FC236}">
                <a16:creationId xmlns:a16="http://schemas.microsoft.com/office/drawing/2014/main" id="{7B5CF9FF-583C-457A-96B5-CB40A8A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2625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9" name="Row rule 13">
            <a:extLst xmlns:a="http://schemas.openxmlformats.org/drawingml/2006/main">
              <a:ext uri="{FF2B5EF4-FFF2-40B4-BE49-F238E27FC236}">
                <a16:creationId xmlns:a16="http://schemas.microsoft.com/office/drawing/2014/main" id="{8C76AAF5-2FB1-4360-B963-ABB3C7D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38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0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D2B5D12F-9C2A-4896-A2A5-865E50D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1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8A3F67C0-6065-4174-A593-9A2207A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12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7202B8DF-008E-47F8-94D1-14EBF93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3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CC1F3AE9-9636-4CD1-BB3F-D896E5C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14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83A4B281-1096-49EF-905E-0EB458D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5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5EA9DE9D-EBD8-44E6-A82E-900FB6D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216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0C0E0BF3-7E42-41E4-A1A4-F48A690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7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4AC8451C-4FA9-4D69-B7F6-79A7022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18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4198B37-7CBF-4DA8-8040-BD43269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9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C67AF67B-2431-48DD-921B-AC661E1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220" name="Date stamp">
            <a:extLst xmlns:a="http://schemas.openxmlformats.org/drawingml/2006/main">
              <a:ext uri="{FF2B5EF4-FFF2-40B4-BE49-F238E27FC236}">
                <a16:creationId xmlns:a16="http://schemas.microsoft.com/office/drawing/2014/main" id="{8DA0DB20-034D-40CC-AD91-18F8F4FA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29, 2026</a:t>
            </a:r>
          </a:p>
        </p:txBody>
      </p:sp>
      <p:sp>
        <p:nvSpPr>
          <p:cNvPr id="221" name="Footer 1">
            <a:extLst xmlns:a="http://schemas.openxmlformats.org/drawingml/2006/main">
              <a:ext uri="{FF2B5EF4-FFF2-40B4-BE49-F238E27FC236}">
                <a16:creationId xmlns:a16="http://schemas.microsoft.com/office/drawing/2014/main" id="{4265C70D-72FB-4FD2-B93A-59B01BE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comparison includes implementation, controlled runs, interpretation, revision and an update to the manuscript.</a:t>
            </a:r>
          </a:p>
        </p:txBody>
      </p:sp>
      <p:sp>
        <p:nvSpPr>
          <p:cNvPr id="222" name="Footer 2">
            <a:extLst xmlns:a="http://schemas.openxmlformats.org/drawingml/2006/main">
              <a:ext uri="{FF2B5EF4-FFF2-40B4-BE49-F238E27FC236}">
                <a16:creationId xmlns:a16="http://schemas.microsoft.com/office/drawing/2014/main" id="{C14B75ED-B014-48D5-ADA0-A3F91BB2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AI assistance: OpenAI Codex helped organize this plan; Claude assisted with the DNA-scope revision. Dates and task descriptions were checked against course materials and project notes.</a:t>
            </a:r>
          </a:p>
        </p:txBody>
      </p:sp>
      <p:sp>
        <p:nvSpPr>
          <p:cNvPr id="223" name="Page">
            <a:extLst xmlns:a="http://schemas.openxmlformats.org/drawingml/2006/main">
              <a:ext uri="{FF2B5EF4-FFF2-40B4-BE49-F238E27FC236}">
                <a16:creationId xmlns:a16="http://schemas.microsoft.com/office/drawing/2014/main" id="{9F0B9AB2-7FC2-4CBC-B806-3DE074F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60377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2026-09-27T03:31:25.9170000Z</dcterms:created>
  <dcterms:modified xsi:type="dcterms:W3CDTF">2026-09-27T03:31:25.9170000Z</dcterms:modified>
</coreProperties>
</file>