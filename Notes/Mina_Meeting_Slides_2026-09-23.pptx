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0788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Living things run on three connected layers: DNA, RNA, and protein. The models that read each layer are trained separately today. This project tests whether fusing them captures real biological signal none of them see alone, using a rigorous pipeline rather than guessing at an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moves through four stages in order. Stage 1, representation analysis, is where I am now. Each stage's output feeds directly into the next stage's design decisions, so fusion architecture should not be picked before Stage 1 has 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 am: Stage 1, still in literature review and tool definition, no experiments run. The plan this week is to get a small pilot run of the Stage 1 tools actually producing numbers before Wednesday. Open questions are listed for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 PROJECT  ·  PROGRESS UPDATE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DNA, RNA, and Protein Fusion Pipeline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7E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DNA, RNA, and protein are read today by separate foundation models. This project tests whether fusing them captures real biological signal those models miss on their own, using a rigorous pipeline rather than picking an architecture and hoping it works.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05840" y="3977640"/>
            <a:ext cx="1920240" cy="1920240"/>
          </a:xfrm>
          <a:prstGeom prst="ellipse">
            <a:avLst/>
          </a:prstGeom>
          <a:solidFill>
            <a:srgbClr val="97BC6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4544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74920" y="3977640"/>
            <a:ext cx="1920240" cy="192024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074920" y="4544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0" y="3977640"/>
            <a:ext cx="1920240" cy="192024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144000" y="4544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035808" y="4828032"/>
            <a:ext cx="914400" cy="219456"/>
          </a:xfrm>
          <a:prstGeom prst="rightArrow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04888" y="4828032"/>
            <a:ext cx="914400" cy="219456"/>
          </a:xfrm>
          <a:prstGeom prst="rightArrow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 McKinley   |   MSDA AI Track, UCF   |   Meeting with Mina Basirat, September 23,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 Pipeline</a:t>
            </a:r>
            <a:endParaRPr lang="en-US" sz="3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Stage 1 complete. RNA and protein encoders embedded, validated, and analyzed across probing (including codon usage bias and secondary structure), CKA, CCA, cross-modal retrieval, UMAP, and attention-motif interpretability. Now moving into Stage 2.</a:t>
            </a:r>
            <a:endParaRPr lang="en-US" sz="1200" dirty="0"/>
          </a:p>
        </p:txBody>
      </p:sp>
      <p:sp>
        <p:nvSpPr>
          <p:cNvPr id="29" name="Rectangle 28"/>
          <p:cNvSpPr/>
          <p:nvPr/>
        </p:nvSpPr>
        <p:spPr>
          <a:xfrm>
            <a:off x="777240" y="2880360"/>
            <a:ext cx="10561320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233172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C5F2D"/>
                </a:solidFill>
                <a:latin typeface="Cambria"/>
              </a:rPr>
              <a:t>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2816352"/>
            <a:ext cx="146304" cy="1828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3063240"/>
            <a:ext cx="2542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Cambria"/>
              </a:rPr>
              <a:t>Representation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474720"/>
            <a:ext cx="245059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3"/>
                </a:solidFill>
                <a:latin typeface="Calibri"/>
              </a:rPr>
              <a:t>Check what the frozen encoders already know and how related they are.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38144" y="233172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C5F2D"/>
                </a:solidFill>
                <a:latin typeface="Cambria"/>
              </a:rPr>
              <a:t>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56432" y="2816352"/>
            <a:ext cx="146304" cy="1828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38144" y="3355848"/>
            <a:ext cx="2542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Cambria"/>
              </a:rPr>
              <a:t>Define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3767328"/>
            <a:ext cx="245059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3"/>
                </a:solidFill>
                <a:latin typeface="Calibri"/>
              </a:rPr>
              <a:t>Decide what a meaningful alignment target looks like, from Stage 1's findings.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233172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C5F2D"/>
                </a:solidFill>
                <a:latin typeface="Cambria"/>
              </a:rPr>
              <a:t>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54496" y="2816352"/>
            <a:ext cx="146304" cy="1828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36208" y="3063240"/>
            <a:ext cx="2542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Cambria"/>
              </a:rPr>
              <a:t>Fusion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3474720"/>
            <a:ext cx="245059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3"/>
                </a:solidFill>
                <a:latin typeface="Calibri"/>
              </a:rPr>
              <a:t>Build the architecture that combines the three modalities.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2331720"/>
            <a:ext cx="2542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C5F2D"/>
                </a:solidFill>
                <a:latin typeface="Cambria"/>
              </a:rPr>
              <a:t>04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52560" y="2816352"/>
            <a:ext cx="146304" cy="18288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034272" y="3063240"/>
            <a:ext cx="2542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Cambria"/>
              </a:rPr>
              <a:t>Benchmarking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34272" y="3474720"/>
            <a:ext cx="2450591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3"/>
                </a:solidFill>
                <a:latin typeface="Calibri"/>
              </a:rPr>
              <a:t>Test whether fusion beats the best single modality model.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38144" y="3063240"/>
            <a:ext cx="2542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5F2D"/>
                </a:solidFill>
                <a:latin typeface="Calibri"/>
              </a:rPr>
              <a:t>CURRENT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Frozen Encoders Already Know, and How Related They Are</a:t>
            </a:r>
            <a:endParaRPr lang="en-US" sz="2800" dirty="0"/>
          </a:p>
        </p:txBody>
      </p:sp>
      <p:pic>
        <p:nvPicPr>
          <p:cNvPr id="4" name="Picture 3" descr="layerwise_cka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846320" cy="43371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28813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B6B63"/>
                </a:solidFill>
                <a:latin typeface="Calibri"/>
              </a:rPr>
              <a:t>Layer-wise CKA, RNA vs protein. Peak 0.400 sits at near-embedding layers.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691640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Track A: Decodability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2084831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Decodability test: RNA R² = 0.059  ·  Protein R² = 0.113 (mRNA stability)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2377440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GC content validity check: RNA R² = 0.986  ·  Protein R² = 0.681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670048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Synergy check (concatenation): R² = 0.115, no gain over protein alone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3127248"/>
            <a:ext cx="5742432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06440" y="3291840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Track B: Cross-Modal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3685032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Geometry test: final-layer CKA: 0.128  ·  Mutual k-NN: 0.070 vs. 0.010 chance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3977639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Shared-subspace test (CCA): correlations up to 0.955 on held-out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4270248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Cross-modal retrieval test: 36.6% top-1 recall vs. 0.3% chance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4727448"/>
            <a:ext cx="5742432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06440" y="4892040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What This Means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5285232"/>
            <a:ext cx="57424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The two embedding spaces mostly disagree as wholes, but share one strong, specific, learnable subspace, most likely reflecting genetic-code-linked composition rather than deep functional overlap. That subspace is evidence a trained fusion mechanism is worth building, and answers the alignment-definition question: high uniqueness with one narrow pocket of real redundancy.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STAGE 1 RESULTS,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Cambria"/>
              </a:rPr>
              <a:t>Track C: Does Attention Track Real Regulatory Motifs?</a:t>
            </a:r>
          </a:p>
        </p:txBody>
      </p:sp>
      <p:pic>
        <p:nvPicPr>
          <p:cNvPr id="21" name="Picture 20" descr="trackc_new_attenti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4846320" cy="1011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749191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B63"/>
                </a:solidFill>
                <a:latin typeface="Calibri"/>
              </a:rPr>
              <a:t>One example sequence: attention (line) vs. real ARE and m6A motif hits (shaded). Peaks and hits don't consistently line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34991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mbria"/>
              </a:rPr>
              <a:t>Reading This Example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29351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3937911"/>
            <a:ext cx="45902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63 motif hits found (311 positions); mean attention 0.0031 at those positions vs. 0.0033 elsewhere, again the opposite of the hypothesis.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23711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32271"/>
            <a:ext cx="45902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These are real, literature-cited stability motifs (AU-rich elements, m6A DRACH), not generic transcription-factor sites, and neither motif class reaches significance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691640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mbria"/>
              </a:rPr>
              <a:t>Attention-Motif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084831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Motif-overlap test: across 100 sequences, 7% show higher attention at motifs (p &lt; 0.05), near the 5% chance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432303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Mean attention gap at motifs: -0.0009, essentially zero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935223"/>
            <a:ext cx="5742432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06440" y="3090671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mbria"/>
              </a:rPr>
              <a:t>Alignment-Performance Slope and RSA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483862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Alignment-vs-accuracy test: slope r = -0.013, p = 0.83, not significant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3831334"/>
            <a:ext cx="5742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Internal-structure test (RSA): r = 0.234, p &lt; 0.001, a fourth confirmation of Track B's shared subspace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4334254"/>
            <a:ext cx="5742432" cy="18288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06440" y="4517134"/>
            <a:ext cx="5742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mbria"/>
              </a:rPr>
              <a:t>What This Means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4910325"/>
            <a:ext cx="574243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The motif-overlap test has been re-run against real, literature-cited AU-rich-element and m6A motifs, and the result is still null: attention doesn't concentrate at these positions any more than the JASPAR test suggested. Unlike the first pass, the ground truth is now correct, so this is a genuine finding about the encoder, not a methodology artifact. The slope diagnostic agrees with Track B: local alignment doesn't predict performance, so an explicit alignment loss likely won't help Stage 2's fusion design.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Open Questions for Wednesday</a:t>
            </a:r>
            <a:endParaRPr lang="en-US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5F2D"/>
                </a:solidFill>
                <a:latin typeface="Cambria"/>
              </a:rPr>
              <a:t>Next 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85999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94560"/>
            <a:ext cx="472744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Move into Stage 2, defining the alignment target: Stage 1 found real shared structure a targeted method can find, but narrow enough that forcing more of it likely will not help.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35808"/>
            <a:ext cx="128016" cy="27432"/>
          </a:xfrm>
          <a:prstGeom prst="rect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" y="2944368"/>
            <a:ext cx="472744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Scope the fusion architecture candidates already researched, Coupled Mamba, Cross-Mamba, and mixture-of-experts fusion among them, against whatever alignment target comes out of Wednesday's discussion.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691640"/>
            <a:ext cx="18288" cy="4480560"/>
          </a:xfrm>
          <a:prstGeom prst="rect">
            <a:avLst/>
          </a:prstGeom>
          <a:solidFill>
            <a:srgbClr val="D9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40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5F2D"/>
                </a:solidFill>
                <a:latin typeface="Cambria"/>
              </a:rPr>
              <a:t>Open Questions for Wednesday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19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194560"/>
            <a:ext cx="4709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Does mRNA stability become the confirmed Stage 4 benchmark, given DNA-optional scoping?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9443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44368"/>
            <a:ext cx="4709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Do the mRNA_Stability sequences include 3' UTR context, where AU-rich elements and m6A sites concentrate, or are they CDS-only?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36941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694176"/>
            <a:ext cx="4709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Should Stage 2 use asymmetric, per-pair alignment decisions across modality pairs?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4443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5F2D"/>
                </a:solidFill>
                <a:latin typeface="Cambr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443984"/>
            <a:ext cx="4709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 dirty="0">
                <a:solidFill>
                  <a:srgbClr val="222222"/>
                </a:solidFill>
                <a:latin typeface="Calibri"/>
              </a:rPr>
              <a:t>Is the shared subspace compositional (GC-linked), or something more specific worth checking?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15000"/>
            <a:ext cx="54864" cy="9144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669280"/>
            <a:ext cx="10332720" cy="56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 dirty="0">
                <a:solidFill>
                  <a:srgbClr val="222222"/>
                </a:solidFill>
                <a:latin typeface="Cambria"/>
              </a:rPr>
              <a:t>Stage 1's findings point toward a narrow, real shared subspace worth exploiting rather than forcing broader alignment. </a:t>
            </a:r>
            <a:r>
              <a:rPr lang="en-US" sz="1400" b="0" i="1" dirty="0">
                <a:solidFill>
                  <a:srgbClr val="222222"/>
                </a:solidFill>
                <a:latin typeface="Cambria"/>
              </a:rPr>
              <a:t>What does this </a:t>
            </a:r>
            <a:r>
              <a:rPr sz="1400" b="0" i="1" dirty="0">
                <a:solidFill>
                  <a:srgbClr val="222222"/>
                </a:solidFill>
                <a:latin typeface="Cambria"/>
              </a:rPr>
              <a:t>mean for Stage 2's design and which fusion architecture to prototype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986</Words>
  <Application>Microsoft Macintosh PowerPoint</Application>
  <PresentationFormat>Widescreen</PresentationFormat>
  <Paragraphs>74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Julian Mckinley</cp:lastModifiedBy>
  <cp:revision>2</cp:revision>
  <dcterms:created xsi:type="dcterms:W3CDTF">2026-09-18T15:18:08Z</dcterms:created>
  <dcterms:modified xsi:type="dcterms:W3CDTF">2026-09-21T17:51:23Z</dcterms:modified>
</cp:coreProperties>
</file>