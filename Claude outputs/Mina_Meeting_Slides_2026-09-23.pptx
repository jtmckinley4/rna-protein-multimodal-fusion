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  <p:sldId id="259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  <Relationship Id="rId10" Type="http://schemas.openxmlformats.org/officeDocument/2006/relationships/slide" Target="slides/slide4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0788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Living things run on three connected layers: DNA, RNA, and protein. The models that read each layer are trained separately today. This project tests whether fusing them captures real biological signal none of them see alone, using a rigorous pipeline rather than guessing at an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moves through four stages in order. Stage 1, representation analysis, is where I am now. Each stage's output feeds directly into the next stage's design decisions, so fusion architecture should not be picked before Stage 1 has something to say about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I am: Stage 1, still in literature review and tool definition, no experiments run. The plan this week is to get a small pilot run of the Stage 1 tools actually producing numbers before Wednesday. Open questions are listed for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 PROJECT  ·  PROGRESS UPDATE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DNA, RNA, and Protein Fusion Pipeline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488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7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DNA, RNA, and protein are read today by separate foundation models. This project tests whether fusing them captures real biological signal those models miss on their own, using a rigorous pipeline rather than picking an architecture and hoping it works.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05840" y="3977640"/>
            <a:ext cx="1920240" cy="1920240"/>
          </a:xfrm>
          <a:prstGeom prst="ellipse">
            <a:avLst/>
          </a:prstGeom>
          <a:solidFill>
            <a:srgbClr val="97BC6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45445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892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74920" y="3977640"/>
            <a:ext cx="1920240" cy="1920240"/>
          </a:xfrm>
          <a:prstGeom prst="ellipse">
            <a:avLst/>
          </a:prstGeom>
          <a:solidFill>
            <a:srgbClr val="2C5F2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074920" y="45445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074920" y="4892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0" y="3977640"/>
            <a:ext cx="1920240" cy="1920240"/>
          </a:xfrm>
          <a:prstGeom prst="ellipse">
            <a:avLst/>
          </a:prstGeom>
          <a:solidFill>
            <a:srgbClr val="2C5F2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9144000" y="45445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0" y="4892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35808" y="4828032"/>
            <a:ext cx="914400" cy="219456"/>
          </a:xfrm>
          <a:prstGeom prst="rightArrow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04888" y="4828032"/>
            <a:ext cx="914400" cy="219456"/>
          </a:xfrm>
          <a:prstGeom prst="rightArrow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Julian McKinley   |   MSDA AI Track, UCF   |   Meeting with Mina Basirat, September 23,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Stage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42032" cy="3246120"/>
          </a:xfrm>
          <a:prstGeom prst="roundRect">
            <a:avLst>
              <a:gd name="adj" fmla="val 4317"/>
            </a:avLst>
          </a:prstGeom>
          <a:solidFill>
            <a:srgbClr val="E7EEDF"/>
          </a:solidFill>
          <a:ln w="190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22476" y="2057400"/>
            <a:ext cx="777240" cy="77724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522476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5351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4612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Representation Analysis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31920"/>
            <a:ext cx="2176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what the frozen encoders already know and how related they are.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3200400"/>
            <a:ext cx="219456" cy="219456"/>
          </a:xfrm>
          <a:prstGeom prst="rightArrow">
            <a:avLst/>
          </a:prstGeom>
          <a:solidFill>
            <a:srgbClr val="6B6B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38144" y="1783080"/>
            <a:ext cx="2542032" cy="3246120"/>
          </a:xfrm>
          <a:prstGeom prst="roundRect">
            <a:avLst>
              <a:gd name="adj" fmla="val 4317"/>
            </a:avLst>
          </a:prstGeom>
          <a:solidFill>
            <a:srgbClr val="E4E4DE"/>
          </a:solidFill>
          <a:ln w="9525">
            <a:solidFill>
              <a:srgbClr val="E4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20540" y="2057400"/>
            <a:ext cx="777240" cy="777240"/>
          </a:xfrm>
          <a:prstGeom prst="ellipse">
            <a:avLst/>
          </a:prstGeom>
          <a:solidFill>
            <a:srgbClr val="6B6B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32054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575304" y="301752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Alignment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621024" y="3703320"/>
            <a:ext cx="2176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a meaningful alignment target looks like, from Stage 1's findings.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98464" y="3200400"/>
            <a:ext cx="219456" cy="219456"/>
          </a:xfrm>
          <a:prstGeom prst="rightArrow">
            <a:avLst/>
          </a:prstGeom>
          <a:solidFill>
            <a:srgbClr val="6B6B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36208" y="1783080"/>
            <a:ext cx="2542032" cy="3246120"/>
          </a:xfrm>
          <a:prstGeom prst="roundRect">
            <a:avLst>
              <a:gd name="adj" fmla="val 4317"/>
            </a:avLst>
          </a:prstGeom>
          <a:solidFill>
            <a:srgbClr val="E4E4DE"/>
          </a:solidFill>
          <a:ln w="9525">
            <a:solidFill>
              <a:srgbClr val="E4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18604" y="2057400"/>
            <a:ext cx="777240" cy="777240"/>
          </a:xfrm>
          <a:prstGeom prst="ellipse">
            <a:avLst/>
          </a:prstGeom>
          <a:solidFill>
            <a:srgbClr val="6B6B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118604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6373368" y="301752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19088" y="3703320"/>
            <a:ext cx="2176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architecture that combines the three modalities.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796528" y="3200400"/>
            <a:ext cx="219456" cy="219456"/>
          </a:xfrm>
          <a:prstGeom prst="rightArrow">
            <a:avLst/>
          </a:prstGeom>
          <a:solidFill>
            <a:srgbClr val="6B6B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034272" y="1783080"/>
            <a:ext cx="2542032" cy="3246120"/>
          </a:xfrm>
          <a:prstGeom prst="roundRect">
            <a:avLst>
              <a:gd name="adj" fmla="val 4317"/>
            </a:avLst>
          </a:prstGeom>
          <a:solidFill>
            <a:srgbClr val="E4E4DE"/>
          </a:solidFill>
          <a:ln w="9525">
            <a:solidFill>
              <a:srgbClr val="E4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916668" y="2057400"/>
            <a:ext cx="777240" cy="777240"/>
          </a:xfrm>
          <a:prstGeom prst="ellipse">
            <a:avLst/>
          </a:prstGeom>
          <a:solidFill>
            <a:srgbClr val="6B6B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9916668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9171432" y="301752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Benchmarking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217152" y="3703320"/>
            <a:ext cx="2176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fusion beats the best single modality model.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Stage 1 substantially complete. RNA and protein encoders embedded, validated, and analyzed across probing, CKA (final layer and full layer-wise breakdown), CCA, cross-modal retrieval, and UMAP.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RESULTS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Frozen Encoders Already Know, and How Related They Are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4E4DE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60120" y="1920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Found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468880"/>
            <a:ext cx="4572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981 of 1,000 sequences passed validation; a synonymous-recoding control confirms the pipeline is correct.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probing: RNA R² = 0.059, protein R² = 0.113 for stability, both above a 0.007 length baseline.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content probe: RNA R² = 0.986, protein R² = 0.681, confirming real biology in both encoders.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Synergy check: RNA+protein concatenation shows no gain over protein alone (0.115 vs. 0.113).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691640"/>
            <a:ext cx="5394960" cy="3246120"/>
          </a:xfrm>
          <a:prstGeom prst="roundRect">
            <a:avLst>
              <a:gd name="adj" fmla="val 3380"/>
            </a:avLst>
          </a:prstGeom>
          <a:solidFill>
            <a:srgbClr val="E7EEDF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46520" y="1920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Cross-Modal Alignment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46520" y="251460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44652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2459736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Final-layer CKA: 0.128. Layer-wise peak: 0.400, but at near-embedding layers, likely compositional.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46520" y="3081528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46520" y="3081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3026664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k-NN: 0.070 vs. 0.010 chance, agreeing with CKA on modest alignment.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46520" y="3648456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446520" y="3648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3593592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CCA: correlations up to 0.955 on held-out data, a strong shared subspace.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46520" y="4215384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446520" y="4215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416052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on that subspace: 36.6% top-1 recall vs. 0.3% chance.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516636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4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914400" y="52852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56235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embedding spaces mostly disagree as wholes, but share one strong, specific, learnable subspace, most likely reflecting genetic-code-linked composition rather than deep functional overlap.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shared subspace is real evidence that a trained fusion mechanism, not naive concatenation, is worth building.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already exceeds the original minimum bar for Wednesday: one probe, one CKA score, one UMAP plot.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AND NEXT STEPS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Remaining Work and Open Questions for Wednesday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4E4DE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60120" y="1920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Remaining Stage 1 Work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468880"/>
            <a:ext cx="4572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visualization plus PWM/JASPAR motif matching (Track C); extraction designed, not yet run.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alignment-performance slope diagnostic (ICML 2025), computable from existing probe results.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Codon usage bias and secondary structure probes, alongside the GC content probe already run.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reviews complete for all six core papers, including the alignment theory paper.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691640"/>
            <a:ext cx="5394960" cy="3246120"/>
          </a:xfrm>
          <a:prstGeom prst="roundRect">
            <a:avLst>
              <a:gd name="adj" fmla="val 3380"/>
            </a:avLst>
          </a:prstGeom>
          <a:solidFill>
            <a:srgbClr val="E7EEDF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46520" y="1920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Questions for Wednesday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46520" y="251460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44652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2459736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mRNA stability become the confirmed Stage 4 benchmark, given DNA-optional scoping?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46520" y="3081528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46520" y="3081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3026664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the alignment-performance slope be a formal Stage 1 deliverable before Stage 2?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46520" y="3648456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446520" y="3648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3593592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Stage 2 use asymmetric, per-pair alignment decisions across modality pairs?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46520" y="4215384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446520" y="4215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416052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else is joining this meeting?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516636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4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914400" y="52852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56235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has moved from literature review to a substantially complete, honestly interpreted set of results.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 (biological validation) and the alignment-performance slope diagnostic are the concrete next steps.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findings and reasoning are written up in the consolidated project notes document.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497</Words>
  <Application>Microsoft Macintosh PowerPoint</Application>
  <PresentationFormat>Widescreen</PresentationFormat>
  <Paragraphs>52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Julian Mckinley</cp:lastModifiedBy>
  <cp:revision>1</cp:revision>
  <dcterms:created xsi:type="dcterms:W3CDTF">2026-09-18T15:18:08Z</dcterms:created>
  <dcterms:modified xsi:type="dcterms:W3CDTF">2026-09-19T22:34:44Z</dcterms:modified>
</cp:coreProperties>
</file>